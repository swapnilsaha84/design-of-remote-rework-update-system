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2" r:id="rId4"/>
    <p:sldId id="258" r:id="rId5"/>
    <p:sldId id="259" r:id="rId6"/>
    <p:sldId id="264" r:id="rId7"/>
    <p:sldId id="260" r:id="rId8"/>
    <p:sldId id="265" r:id="rId9"/>
    <p:sldId id="257" r:id="rId10"/>
    <p:sldId id="261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BD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9" d="100"/>
          <a:sy n="99" d="100"/>
        </p:scale>
        <p:origin x="-1232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b9fd190484b7cc43" providerId="LiveId" clId="{94B57431-707E-4C04-999F-9362D149005F}"/>
    <pc:docChg chg="addSld modSld sldOrd">
      <pc:chgData name="" userId="b9fd190484b7cc43" providerId="LiveId" clId="{94B57431-707E-4C04-999F-9362D149005F}" dt="2025-06-13T05:38:52.928" v="19" actId="1076"/>
      <pc:docMkLst>
        <pc:docMk/>
      </pc:docMkLst>
      <pc:sldChg chg="addSp modSp add ord">
        <pc:chgData name="" userId="b9fd190484b7cc43" providerId="LiveId" clId="{94B57431-707E-4C04-999F-9362D149005F}" dt="2025-06-13T05:38:52.928" v="19" actId="1076"/>
        <pc:sldMkLst>
          <pc:docMk/>
          <pc:sldMk cId="4252543332" sldId="266"/>
        </pc:sldMkLst>
        <pc:spChg chg="add mod">
          <ac:chgData name="" userId="b9fd190484b7cc43" providerId="LiveId" clId="{94B57431-707E-4C04-999F-9362D149005F}" dt="2025-06-13T05:38:52.928" v="19" actId="1076"/>
          <ac:spMkLst>
            <pc:docMk/>
            <pc:sldMk cId="4252543332" sldId="266"/>
            <ac:spMk id="2" creationId="{15809F1B-58CF-41FD-A2BE-E051F9DC2AAF}"/>
          </ac:spMkLst>
        </pc:spChg>
      </pc:sldChg>
    </pc:docChg>
  </pc:docChgLst>
  <pc:docChgLst>
    <pc:chgData userId="b9fd190484b7cc43" providerId="LiveId" clId="{CC09F2C7-796A-49A1-AEA7-040E810DA2A3}"/>
    <pc:docChg chg="undo custSel modSld">
      <pc:chgData name="" userId="b9fd190484b7cc43" providerId="LiveId" clId="{CC09F2C7-796A-49A1-AEA7-040E810DA2A3}" dt="2025-07-20T13:10:43.960" v="128" actId="1076"/>
      <pc:docMkLst>
        <pc:docMk/>
      </pc:docMkLst>
      <pc:sldChg chg="addSp delSp modSp">
        <pc:chgData name="" userId="b9fd190484b7cc43" providerId="LiveId" clId="{CC09F2C7-796A-49A1-AEA7-040E810DA2A3}" dt="2025-07-20T13:10:43.960" v="128" actId="1076"/>
        <pc:sldMkLst>
          <pc:docMk/>
          <pc:sldMk cId="874879580" sldId="260"/>
        </pc:sldMkLst>
        <pc:spChg chg="mod">
          <ac:chgData name="" userId="b9fd190484b7cc43" providerId="LiveId" clId="{CC09F2C7-796A-49A1-AEA7-040E810DA2A3}" dt="2025-07-20T12:57:42.117" v="7" actId="208"/>
          <ac:spMkLst>
            <pc:docMk/>
            <pc:sldMk cId="874879580" sldId="260"/>
            <ac:spMk id="3" creationId="{5B7B048B-3DFA-4716-8EB6-50B270370CCE}"/>
          </ac:spMkLst>
        </pc:spChg>
        <pc:spChg chg="mod">
          <ac:chgData name="" userId="b9fd190484b7cc43" providerId="LiveId" clId="{CC09F2C7-796A-49A1-AEA7-040E810DA2A3}" dt="2025-07-20T13:05:49.803" v="84" actId="1076"/>
          <ac:spMkLst>
            <pc:docMk/>
            <pc:sldMk cId="874879580" sldId="260"/>
            <ac:spMk id="4" creationId="{3F26ECE8-066F-42D9-83FB-3C16F708FC28}"/>
          </ac:spMkLst>
        </pc:spChg>
        <pc:spChg chg="mod">
          <ac:chgData name="" userId="b9fd190484b7cc43" providerId="LiveId" clId="{CC09F2C7-796A-49A1-AEA7-040E810DA2A3}" dt="2025-07-20T13:00:24.386" v="34" actId="14100"/>
          <ac:spMkLst>
            <pc:docMk/>
            <pc:sldMk cId="874879580" sldId="260"/>
            <ac:spMk id="5" creationId="{5C2FE896-CF0C-4893-AB5C-AF2DF3968F6B}"/>
          </ac:spMkLst>
        </pc:spChg>
        <pc:spChg chg="mod">
          <ac:chgData name="" userId="b9fd190484b7cc43" providerId="LiveId" clId="{CC09F2C7-796A-49A1-AEA7-040E810DA2A3}" dt="2025-07-20T13:02:10.477" v="43"/>
          <ac:spMkLst>
            <pc:docMk/>
            <pc:sldMk cId="874879580" sldId="260"/>
            <ac:spMk id="6" creationId="{FBE97164-BF65-4287-9E02-D65B7F7C1F51}"/>
          </ac:spMkLst>
        </pc:spChg>
        <pc:spChg chg="mod">
          <ac:chgData name="" userId="b9fd190484b7cc43" providerId="LiveId" clId="{CC09F2C7-796A-49A1-AEA7-040E810DA2A3}" dt="2025-07-20T13:05:59.565" v="86" actId="1076"/>
          <ac:spMkLst>
            <pc:docMk/>
            <pc:sldMk cId="874879580" sldId="260"/>
            <ac:spMk id="7" creationId="{0F79AEB5-8246-4E0C-B493-3BEEF94A3F68}"/>
          </ac:spMkLst>
        </pc:spChg>
        <pc:spChg chg="mod">
          <ac:chgData name="" userId="b9fd190484b7cc43" providerId="LiveId" clId="{CC09F2C7-796A-49A1-AEA7-040E810DA2A3}" dt="2025-07-20T13:02:10.477" v="43"/>
          <ac:spMkLst>
            <pc:docMk/>
            <pc:sldMk cId="874879580" sldId="260"/>
            <ac:spMk id="8" creationId="{BF3D8F75-5C90-4377-B3C0-EB6D4C9C7394}"/>
          </ac:spMkLst>
        </pc:spChg>
        <pc:spChg chg="mod">
          <ac:chgData name="" userId="b9fd190484b7cc43" providerId="LiveId" clId="{CC09F2C7-796A-49A1-AEA7-040E810DA2A3}" dt="2025-07-20T13:05:01.838" v="70" actId="14100"/>
          <ac:spMkLst>
            <pc:docMk/>
            <pc:sldMk cId="874879580" sldId="260"/>
            <ac:spMk id="9" creationId="{8FF56A77-93A9-4A70-BB86-49A0CB4F9BB0}"/>
          </ac:spMkLst>
        </pc:spChg>
        <pc:spChg chg="mod">
          <ac:chgData name="" userId="b9fd190484b7cc43" providerId="LiveId" clId="{CC09F2C7-796A-49A1-AEA7-040E810DA2A3}" dt="2025-07-20T13:06:11.658" v="87" actId="1076"/>
          <ac:spMkLst>
            <pc:docMk/>
            <pc:sldMk cId="874879580" sldId="260"/>
            <ac:spMk id="10" creationId="{EFDE38EC-C3DC-454C-86E7-3E78239A025D}"/>
          </ac:spMkLst>
        </pc:spChg>
        <pc:spChg chg="mod">
          <ac:chgData name="" userId="b9fd190484b7cc43" providerId="LiveId" clId="{CC09F2C7-796A-49A1-AEA7-040E810DA2A3}" dt="2025-07-20T13:06:16.041" v="88" actId="1076"/>
          <ac:spMkLst>
            <pc:docMk/>
            <pc:sldMk cId="874879580" sldId="260"/>
            <ac:spMk id="11" creationId="{4F7792C7-E6CB-411A-B9FA-368CBC9E3E64}"/>
          </ac:spMkLst>
        </pc:spChg>
        <pc:spChg chg="mod">
          <ac:chgData name="" userId="b9fd190484b7cc43" providerId="LiveId" clId="{CC09F2C7-796A-49A1-AEA7-040E810DA2A3}" dt="2025-07-20T13:06:26.369" v="89" actId="1076"/>
          <ac:spMkLst>
            <pc:docMk/>
            <pc:sldMk cId="874879580" sldId="260"/>
            <ac:spMk id="12" creationId="{FF47F8A7-761B-4D52-BE74-D259EBD35235}"/>
          </ac:spMkLst>
        </pc:spChg>
        <pc:spChg chg="mod">
          <ac:chgData name="" userId="b9fd190484b7cc43" providerId="LiveId" clId="{CC09F2C7-796A-49A1-AEA7-040E810DA2A3}" dt="2025-07-20T13:02:10.477" v="43"/>
          <ac:spMkLst>
            <pc:docMk/>
            <pc:sldMk cId="874879580" sldId="260"/>
            <ac:spMk id="13" creationId="{9AA792CC-D9EE-4465-AA47-7A2F61E51A71}"/>
          </ac:spMkLst>
        </pc:spChg>
        <pc:spChg chg="add mod">
          <ac:chgData name="" userId="b9fd190484b7cc43" providerId="LiveId" clId="{CC09F2C7-796A-49A1-AEA7-040E810DA2A3}" dt="2025-07-20T13:10:43.960" v="128" actId="1076"/>
          <ac:spMkLst>
            <pc:docMk/>
            <pc:sldMk cId="874879580" sldId="260"/>
            <ac:spMk id="14" creationId="{887B743B-991C-422D-BDA9-45F7E1BA0459}"/>
          </ac:spMkLst>
        </pc:spChg>
        <pc:spChg chg="mod">
          <ac:chgData name="" userId="b9fd190484b7cc43" providerId="LiveId" clId="{CC09F2C7-796A-49A1-AEA7-040E810DA2A3}" dt="2025-07-20T13:05:17.748" v="74" actId="1076"/>
          <ac:spMkLst>
            <pc:docMk/>
            <pc:sldMk cId="874879580" sldId="260"/>
            <ac:spMk id="31" creationId="{4AFB00C0-03C1-4C45-B32F-599FE298612E}"/>
          </ac:spMkLst>
        </pc:spChg>
        <pc:spChg chg="mod">
          <ac:chgData name="" userId="b9fd190484b7cc43" providerId="LiveId" clId="{CC09F2C7-796A-49A1-AEA7-040E810DA2A3}" dt="2025-07-20T13:02:10.477" v="43"/>
          <ac:spMkLst>
            <pc:docMk/>
            <pc:sldMk cId="874879580" sldId="260"/>
            <ac:spMk id="34" creationId="{66E6E331-C38C-4D48-A369-F79C99D82F6E}"/>
          </ac:spMkLst>
        </pc:spChg>
        <pc:spChg chg="mod">
          <ac:chgData name="" userId="b9fd190484b7cc43" providerId="LiveId" clId="{CC09F2C7-796A-49A1-AEA7-040E810DA2A3}" dt="2025-07-20T13:10:32.138" v="127" actId="688"/>
          <ac:spMkLst>
            <pc:docMk/>
            <pc:sldMk cId="874879580" sldId="260"/>
            <ac:spMk id="35" creationId="{68A7E379-B7C9-402A-89C1-7E17C3F37179}"/>
          </ac:spMkLst>
        </pc:spChg>
        <pc:spChg chg="mod">
          <ac:chgData name="" userId="b9fd190484b7cc43" providerId="LiveId" clId="{CC09F2C7-796A-49A1-AEA7-040E810DA2A3}" dt="2025-07-20T13:10:27.733" v="126" actId="688"/>
          <ac:spMkLst>
            <pc:docMk/>
            <pc:sldMk cId="874879580" sldId="260"/>
            <ac:spMk id="71" creationId="{F18DA64C-1844-4C09-AAD6-209DD0A5A151}"/>
          </ac:spMkLst>
        </pc:spChg>
        <pc:spChg chg="mod">
          <ac:chgData name="" userId="b9fd190484b7cc43" providerId="LiveId" clId="{CC09F2C7-796A-49A1-AEA7-040E810DA2A3}" dt="2025-07-20T13:10:20.975" v="125" actId="688"/>
          <ac:spMkLst>
            <pc:docMk/>
            <pc:sldMk cId="874879580" sldId="260"/>
            <ac:spMk id="76" creationId="{2991C95F-2A20-47D9-A29A-379706F1B132}"/>
          </ac:spMkLst>
        </pc:spChg>
        <pc:spChg chg="mod">
          <ac:chgData name="" userId="b9fd190484b7cc43" providerId="LiveId" clId="{CC09F2C7-796A-49A1-AEA7-040E810DA2A3}" dt="2025-07-20T13:08:50.998" v="107" actId="688"/>
          <ac:spMkLst>
            <pc:docMk/>
            <pc:sldMk cId="874879580" sldId="260"/>
            <ac:spMk id="82" creationId="{C1933913-C904-421C-8896-AEF245220C02}"/>
          </ac:spMkLst>
        </pc:spChg>
        <pc:spChg chg="mod">
          <ac:chgData name="" userId="b9fd190484b7cc43" providerId="LiveId" clId="{CC09F2C7-796A-49A1-AEA7-040E810DA2A3}" dt="2025-07-20T13:02:10.477" v="43"/>
          <ac:spMkLst>
            <pc:docMk/>
            <pc:sldMk cId="874879580" sldId="260"/>
            <ac:spMk id="124" creationId="{B4B027F5-91E6-40BD-BD19-F8576EF151B7}"/>
          </ac:spMkLst>
        </pc:spChg>
        <pc:spChg chg="mod">
          <ac:chgData name="" userId="b9fd190484b7cc43" providerId="LiveId" clId="{CC09F2C7-796A-49A1-AEA7-040E810DA2A3}" dt="2025-07-20T13:02:10.477" v="43"/>
          <ac:spMkLst>
            <pc:docMk/>
            <pc:sldMk cId="874879580" sldId="260"/>
            <ac:spMk id="131" creationId="{CAE5A365-4A63-4765-AF53-14C0AEF5B0CA}"/>
          </ac:spMkLst>
        </pc:spChg>
        <pc:spChg chg="mod">
          <ac:chgData name="" userId="b9fd190484b7cc43" providerId="LiveId" clId="{CC09F2C7-796A-49A1-AEA7-040E810DA2A3}" dt="2025-07-20T13:02:10.477" v="43"/>
          <ac:spMkLst>
            <pc:docMk/>
            <pc:sldMk cId="874879580" sldId="260"/>
            <ac:spMk id="132" creationId="{24B55D07-5C9B-4876-BD88-CB35113A0184}"/>
          </ac:spMkLst>
        </pc:spChg>
        <pc:spChg chg="mod">
          <ac:chgData name="" userId="b9fd190484b7cc43" providerId="LiveId" clId="{CC09F2C7-796A-49A1-AEA7-040E810DA2A3}" dt="2025-07-20T13:02:10.477" v="43"/>
          <ac:spMkLst>
            <pc:docMk/>
            <pc:sldMk cId="874879580" sldId="260"/>
            <ac:spMk id="133" creationId="{78054025-9674-4B55-9E22-DD34F62192C1}"/>
          </ac:spMkLst>
        </pc:spChg>
        <pc:spChg chg="mod">
          <ac:chgData name="" userId="b9fd190484b7cc43" providerId="LiveId" clId="{CC09F2C7-796A-49A1-AEA7-040E810DA2A3}" dt="2025-07-20T12:57:21.164" v="6" actId="208"/>
          <ac:spMkLst>
            <pc:docMk/>
            <pc:sldMk cId="874879580" sldId="260"/>
            <ac:spMk id="139" creationId="{3BE7F5CC-017A-4333-B10E-48FBCE2AF585}"/>
          </ac:spMkLst>
        </pc:spChg>
        <pc:spChg chg="mod">
          <ac:chgData name="" userId="b9fd190484b7cc43" providerId="LiveId" clId="{CC09F2C7-796A-49A1-AEA7-040E810DA2A3}" dt="2025-07-20T13:02:10.477" v="43"/>
          <ac:spMkLst>
            <pc:docMk/>
            <pc:sldMk cId="874879580" sldId="260"/>
            <ac:spMk id="143" creationId="{0C9596E1-DF75-44D1-9DAB-98D20F1160C3}"/>
          </ac:spMkLst>
        </pc:spChg>
        <pc:spChg chg="mod">
          <ac:chgData name="" userId="b9fd190484b7cc43" providerId="LiveId" clId="{CC09F2C7-796A-49A1-AEA7-040E810DA2A3}" dt="2025-07-20T13:09:45.549" v="118" actId="1076"/>
          <ac:spMkLst>
            <pc:docMk/>
            <pc:sldMk cId="874879580" sldId="260"/>
            <ac:spMk id="147" creationId="{76356DC5-8383-4A0C-996E-C807F6E3A090}"/>
          </ac:spMkLst>
        </pc:spChg>
        <pc:spChg chg="mod">
          <ac:chgData name="" userId="b9fd190484b7cc43" providerId="LiveId" clId="{CC09F2C7-796A-49A1-AEA7-040E810DA2A3}" dt="2025-07-20T13:09:51.900" v="119" actId="1076"/>
          <ac:spMkLst>
            <pc:docMk/>
            <pc:sldMk cId="874879580" sldId="260"/>
            <ac:spMk id="148" creationId="{960CCFBA-D718-40CA-B2A6-45FB89BA4FC9}"/>
          </ac:spMkLst>
        </pc:spChg>
        <pc:spChg chg="mod">
          <ac:chgData name="" userId="b9fd190484b7cc43" providerId="LiveId" clId="{CC09F2C7-796A-49A1-AEA7-040E810DA2A3}" dt="2025-07-20T13:09:55.511" v="120" actId="1076"/>
          <ac:spMkLst>
            <pc:docMk/>
            <pc:sldMk cId="874879580" sldId="260"/>
            <ac:spMk id="149" creationId="{B291021E-0BC8-463E-B2ED-5A026335C81A}"/>
          </ac:spMkLst>
        </pc:spChg>
        <pc:spChg chg="mod">
          <ac:chgData name="" userId="b9fd190484b7cc43" providerId="LiveId" clId="{CC09F2C7-796A-49A1-AEA7-040E810DA2A3}" dt="2025-07-20T13:02:10.477" v="43"/>
          <ac:spMkLst>
            <pc:docMk/>
            <pc:sldMk cId="874879580" sldId="260"/>
            <ac:spMk id="150" creationId="{29D6EFCB-A5C8-4864-AD86-E7FA43A91E09}"/>
          </ac:spMkLst>
        </pc:spChg>
        <pc:cxnChg chg="mod">
          <ac:chgData name="" userId="b9fd190484b7cc43" providerId="LiveId" clId="{CC09F2C7-796A-49A1-AEA7-040E810DA2A3}" dt="2025-07-20T12:57:42.117" v="7" actId="208"/>
          <ac:cxnSpMkLst>
            <pc:docMk/>
            <pc:sldMk cId="874879580" sldId="260"/>
            <ac:cxnSpMk id="15" creationId="{2B2B033E-7AA3-497D-816B-0266E0A34402}"/>
          </ac:cxnSpMkLst>
        </pc:cxnChg>
        <pc:cxnChg chg="mod">
          <ac:chgData name="" userId="b9fd190484b7cc43" providerId="LiveId" clId="{CC09F2C7-796A-49A1-AEA7-040E810DA2A3}" dt="2025-07-20T12:57:42.117" v="7" actId="208"/>
          <ac:cxnSpMkLst>
            <pc:docMk/>
            <pc:sldMk cId="874879580" sldId="260"/>
            <ac:cxnSpMk id="17" creationId="{8DD77CC6-EF6D-42A2-A44D-F97D1941F325}"/>
          </ac:cxnSpMkLst>
        </pc:cxnChg>
        <pc:cxnChg chg="mod">
          <ac:chgData name="" userId="b9fd190484b7cc43" providerId="LiveId" clId="{CC09F2C7-796A-49A1-AEA7-040E810DA2A3}" dt="2025-07-20T12:57:42.117" v="7" actId="208"/>
          <ac:cxnSpMkLst>
            <pc:docMk/>
            <pc:sldMk cId="874879580" sldId="260"/>
            <ac:cxnSpMk id="18" creationId="{FF7950BD-5205-4FC2-B920-1A7AF3632EA2}"/>
          </ac:cxnSpMkLst>
        </pc:cxnChg>
        <pc:cxnChg chg="mod">
          <ac:chgData name="" userId="b9fd190484b7cc43" providerId="LiveId" clId="{CC09F2C7-796A-49A1-AEA7-040E810DA2A3}" dt="2025-07-20T12:57:42.117" v="7" actId="208"/>
          <ac:cxnSpMkLst>
            <pc:docMk/>
            <pc:sldMk cId="874879580" sldId="260"/>
            <ac:cxnSpMk id="19" creationId="{C6450D6F-9714-4DD3-B34B-0518BA3650EC}"/>
          </ac:cxnSpMkLst>
        </pc:cxnChg>
        <pc:cxnChg chg="mod">
          <ac:chgData name="" userId="b9fd190484b7cc43" providerId="LiveId" clId="{CC09F2C7-796A-49A1-AEA7-040E810DA2A3}" dt="2025-07-20T12:57:42.117" v="7" actId="208"/>
          <ac:cxnSpMkLst>
            <pc:docMk/>
            <pc:sldMk cId="874879580" sldId="260"/>
            <ac:cxnSpMk id="20" creationId="{F4D543EA-9041-43A7-95F4-515DB1A6B433}"/>
          </ac:cxnSpMkLst>
        </pc:cxnChg>
        <pc:cxnChg chg="mod">
          <ac:chgData name="" userId="b9fd190484b7cc43" providerId="LiveId" clId="{CC09F2C7-796A-49A1-AEA7-040E810DA2A3}" dt="2025-07-20T13:05:22.118" v="75" actId="14100"/>
          <ac:cxnSpMkLst>
            <pc:docMk/>
            <pc:sldMk cId="874879580" sldId="260"/>
            <ac:cxnSpMk id="21" creationId="{17E2129A-FCD2-43C3-8D65-1AF4FE157FFE}"/>
          </ac:cxnSpMkLst>
        </pc:cxnChg>
        <pc:cxnChg chg="mod">
          <ac:chgData name="" userId="b9fd190484b7cc43" providerId="LiveId" clId="{CC09F2C7-796A-49A1-AEA7-040E810DA2A3}" dt="2025-07-20T13:02:52.283" v="47" actId="14100"/>
          <ac:cxnSpMkLst>
            <pc:docMk/>
            <pc:sldMk cId="874879580" sldId="260"/>
            <ac:cxnSpMk id="23" creationId="{3C4F1E3F-142D-4F50-ADC2-EC3B308FA2ED}"/>
          </ac:cxnSpMkLst>
        </pc:cxnChg>
        <pc:cxnChg chg="mod">
          <ac:chgData name="" userId="b9fd190484b7cc43" providerId="LiveId" clId="{CC09F2C7-796A-49A1-AEA7-040E810DA2A3}" dt="2025-07-20T13:05:17.748" v="74" actId="1076"/>
          <ac:cxnSpMkLst>
            <pc:docMk/>
            <pc:sldMk cId="874879580" sldId="260"/>
            <ac:cxnSpMk id="27" creationId="{E06F8A8F-53B2-497E-AEB5-0630BCDD4247}"/>
          </ac:cxnSpMkLst>
        </pc:cxnChg>
        <pc:cxnChg chg="mod">
          <ac:chgData name="" userId="b9fd190484b7cc43" providerId="LiveId" clId="{CC09F2C7-796A-49A1-AEA7-040E810DA2A3}" dt="2025-07-20T12:56:36.729" v="3" actId="208"/>
          <ac:cxnSpMkLst>
            <pc:docMk/>
            <pc:sldMk cId="874879580" sldId="260"/>
            <ac:cxnSpMk id="33" creationId="{F1A76675-B428-4487-8885-62C61704296A}"/>
          </ac:cxnSpMkLst>
        </pc:cxnChg>
        <pc:cxnChg chg="mod">
          <ac:chgData name="" userId="b9fd190484b7cc43" providerId="LiveId" clId="{CC09F2C7-796A-49A1-AEA7-040E810DA2A3}" dt="2025-07-20T13:10:32.138" v="127" actId="688"/>
          <ac:cxnSpMkLst>
            <pc:docMk/>
            <pc:sldMk cId="874879580" sldId="260"/>
            <ac:cxnSpMk id="40" creationId="{DCE72D9E-E0FB-49E6-8A7F-8B2E8F8C25D8}"/>
          </ac:cxnSpMkLst>
        </pc:cxnChg>
        <pc:cxnChg chg="mod">
          <ac:chgData name="" userId="b9fd190484b7cc43" providerId="LiveId" clId="{CC09F2C7-796A-49A1-AEA7-040E810DA2A3}" dt="2025-07-20T13:07:03.831" v="93" actId="14100"/>
          <ac:cxnSpMkLst>
            <pc:docMk/>
            <pc:sldMk cId="874879580" sldId="260"/>
            <ac:cxnSpMk id="42" creationId="{18F43BC8-FB93-411F-8D40-867C0B4A7893}"/>
          </ac:cxnSpMkLst>
        </pc:cxnChg>
        <pc:cxnChg chg="mod">
          <ac:chgData name="" userId="b9fd190484b7cc43" providerId="LiveId" clId="{CC09F2C7-796A-49A1-AEA7-040E810DA2A3}" dt="2025-07-20T13:06:46.822" v="90" actId="1076"/>
          <ac:cxnSpMkLst>
            <pc:docMk/>
            <pc:sldMk cId="874879580" sldId="260"/>
            <ac:cxnSpMk id="44" creationId="{634E66A9-2F9C-4A6E-9673-E4AF7DDA64BA}"/>
          </ac:cxnSpMkLst>
        </pc:cxnChg>
        <pc:cxnChg chg="mod">
          <ac:chgData name="" userId="b9fd190484b7cc43" providerId="LiveId" clId="{CC09F2C7-796A-49A1-AEA7-040E810DA2A3}" dt="2025-07-20T13:10:27.733" v="126" actId="688"/>
          <ac:cxnSpMkLst>
            <pc:docMk/>
            <pc:sldMk cId="874879580" sldId="260"/>
            <ac:cxnSpMk id="70" creationId="{75566B90-4C8E-4DC3-AA95-8951B6FDCE2C}"/>
          </ac:cxnSpMkLst>
        </pc:cxnChg>
        <pc:cxnChg chg="mod">
          <ac:chgData name="" userId="b9fd190484b7cc43" providerId="LiveId" clId="{CC09F2C7-796A-49A1-AEA7-040E810DA2A3}" dt="2025-07-20T13:10:27.733" v="126" actId="688"/>
          <ac:cxnSpMkLst>
            <pc:docMk/>
            <pc:sldMk cId="874879580" sldId="260"/>
            <ac:cxnSpMk id="72" creationId="{FE7EE731-808A-416E-8A57-5B2F9D6EC492}"/>
          </ac:cxnSpMkLst>
        </pc:cxnChg>
        <pc:cxnChg chg="mod">
          <ac:chgData name="" userId="b9fd190484b7cc43" providerId="LiveId" clId="{CC09F2C7-796A-49A1-AEA7-040E810DA2A3}" dt="2025-07-20T13:10:20.975" v="125" actId="688"/>
          <ac:cxnSpMkLst>
            <pc:docMk/>
            <pc:sldMk cId="874879580" sldId="260"/>
            <ac:cxnSpMk id="75" creationId="{3EB0061D-D889-48A6-950A-8827AB52744D}"/>
          </ac:cxnSpMkLst>
        </pc:cxnChg>
        <pc:cxnChg chg="mod">
          <ac:chgData name="" userId="b9fd190484b7cc43" providerId="LiveId" clId="{CC09F2C7-796A-49A1-AEA7-040E810DA2A3}" dt="2025-07-20T13:10:20.975" v="125" actId="688"/>
          <ac:cxnSpMkLst>
            <pc:docMk/>
            <pc:sldMk cId="874879580" sldId="260"/>
            <ac:cxnSpMk id="77" creationId="{8866A60F-8F84-4313-A358-BA6DF2CF916E}"/>
          </ac:cxnSpMkLst>
        </pc:cxnChg>
        <pc:cxnChg chg="del mod">
          <ac:chgData name="" userId="b9fd190484b7cc43" providerId="LiveId" clId="{CC09F2C7-796A-49A1-AEA7-040E810DA2A3}" dt="2025-07-20T13:07:17.149" v="94" actId="478"/>
          <ac:cxnSpMkLst>
            <pc:docMk/>
            <pc:sldMk cId="874879580" sldId="260"/>
            <ac:cxnSpMk id="78" creationId="{E858B7FD-18D7-4B45-992F-7637BE7F9F0B}"/>
          </ac:cxnSpMkLst>
        </pc:cxnChg>
        <pc:cxnChg chg="del mod">
          <ac:chgData name="" userId="b9fd190484b7cc43" providerId="LiveId" clId="{CC09F2C7-796A-49A1-AEA7-040E810DA2A3}" dt="2025-07-20T13:07:17.149" v="94" actId="478"/>
          <ac:cxnSpMkLst>
            <pc:docMk/>
            <pc:sldMk cId="874879580" sldId="260"/>
            <ac:cxnSpMk id="79" creationId="{8FA9E592-7D70-4C6B-8679-C44C969C32C2}"/>
          </ac:cxnSpMkLst>
        </pc:cxnChg>
        <pc:cxnChg chg="del mod">
          <ac:chgData name="" userId="b9fd190484b7cc43" providerId="LiveId" clId="{CC09F2C7-796A-49A1-AEA7-040E810DA2A3}" dt="2025-07-20T13:07:17.149" v="94" actId="478"/>
          <ac:cxnSpMkLst>
            <pc:docMk/>
            <pc:sldMk cId="874879580" sldId="260"/>
            <ac:cxnSpMk id="80" creationId="{A77AB9A4-DD1D-4E36-963B-23AF54C88282}"/>
          </ac:cxnSpMkLst>
        </pc:cxnChg>
        <pc:cxnChg chg="mod">
          <ac:chgData name="" userId="b9fd190484b7cc43" providerId="LiveId" clId="{CC09F2C7-796A-49A1-AEA7-040E810DA2A3}" dt="2025-07-20T13:10:08.120" v="123" actId="14100"/>
          <ac:cxnSpMkLst>
            <pc:docMk/>
            <pc:sldMk cId="874879580" sldId="260"/>
            <ac:cxnSpMk id="81" creationId="{9235CF8A-7FF5-44B1-BAC2-B72C7E74290F}"/>
          </ac:cxnSpMkLst>
        </pc:cxnChg>
        <pc:cxnChg chg="mod">
          <ac:chgData name="" userId="b9fd190484b7cc43" providerId="LiveId" clId="{CC09F2C7-796A-49A1-AEA7-040E810DA2A3}" dt="2025-07-20T13:08:50.998" v="107" actId="688"/>
          <ac:cxnSpMkLst>
            <pc:docMk/>
            <pc:sldMk cId="874879580" sldId="260"/>
            <ac:cxnSpMk id="83" creationId="{7EFE8864-5CD4-4EB3-B05D-A46606A4EAB3}"/>
          </ac:cxnSpMkLst>
        </pc:cxnChg>
        <pc:cxnChg chg="del mod">
          <ac:chgData name="" userId="b9fd190484b7cc43" providerId="LiveId" clId="{CC09F2C7-796A-49A1-AEA7-040E810DA2A3}" dt="2025-07-20T13:07:17.149" v="94" actId="478"/>
          <ac:cxnSpMkLst>
            <pc:docMk/>
            <pc:sldMk cId="874879580" sldId="260"/>
            <ac:cxnSpMk id="84" creationId="{7DF2C466-9756-46F9-A959-51AE6AD26BF9}"/>
          </ac:cxnSpMkLst>
        </pc:cxnChg>
        <pc:cxnChg chg="del mod">
          <ac:chgData name="" userId="b9fd190484b7cc43" providerId="LiveId" clId="{CC09F2C7-796A-49A1-AEA7-040E810DA2A3}" dt="2025-07-20T13:07:17.149" v="94" actId="478"/>
          <ac:cxnSpMkLst>
            <pc:docMk/>
            <pc:sldMk cId="874879580" sldId="260"/>
            <ac:cxnSpMk id="85" creationId="{8C62593B-1179-45E4-A4B3-821BC3B68BD7}"/>
          </ac:cxnSpMkLst>
        </pc:cxnChg>
        <pc:cxnChg chg="del mod">
          <ac:chgData name="" userId="b9fd190484b7cc43" providerId="LiveId" clId="{CC09F2C7-796A-49A1-AEA7-040E810DA2A3}" dt="2025-07-20T13:07:17.149" v="94" actId="478"/>
          <ac:cxnSpMkLst>
            <pc:docMk/>
            <pc:sldMk cId="874879580" sldId="260"/>
            <ac:cxnSpMk id="94" creationId="{FE6185A9-4C2E-402D-B8CB-38CBE8D3BC27}"/>
          </ac:cxnSpMkLst>
        </pc:cxnChg>
        <pc:cxnChg chg="add mod">
          <ac:chgData name="" userId="b9fd190484b7cc43" providerId="LiveId" clId="{CC09F2C7-796A-49A1-AEA7-040E810DA2A3}" dt="2025-07-20T13:07:32.589" v="96" actId="1076"/>
          <ac:cxnSpMkLst>
            <pc:docMk/>
            <pc:sldMk cId="874879580" sldId="260"/>
            <ac:cxnSpMk id="95" creationId="{A93F1167-32F6-4109-B2FF-854D759943B7}"/>
          </ac:cxnSpMkLst>
        </pc:cxnChg>
        <pc:cxnChg chg="mod">
          <ac:chgData name="" userId="b9fd190484b7cc43" providerId="LiveId" clId="{CC09F2C7-796A-49A1-AEA7-040E810DA2A3}" dt="2025-07-20T12:56:36.729" v="3" actId="208"/>
          <ac:cxnSpMkLst>
            <pc:docMk/>
            <pc:sldMk cId="874879580" sldId="260"/>
            <ac:cxnSpMk id="96" creationId="{50B2ACBE-7CE4-4D15-83D5-8E0BC84875E8}"/>
          </ac:cxnSpMkLst>
        </pc:cxnChg>
        <pc:cxnChg chg="add mod">
          <ac:chgData name="" userId="b9fd190484b7cc43" providerId="LiveId" clId="{CC09F2C7-796A-49A1-AEA7-040E810DA2A3}" dt="2025-07-20T13:07:32.589" v="96" actId="1076"/>
          <ac:cxnSpMkLst>
            <pc:docMk/>
            <pc:sldMk cId="874879580" sldId="260"/>
            <ac:cxnSpMk id="97" creationId="{037245A8-8A2B-4358-9760-3ACC97301070}"/>
          </ac:cxnSpMkLst>
        </pc:cxnChg>
        <pc:cxnChg chg="mod">
          <ac:chgData name="" userId="b9fd190484b7cc43" providerId="LiveId" clId="{CC09F2C7-796A-49A1-AEA7-040E810DA2A3}" dt="2025-07-20T12:56:36.729" v="3" actId="208"/>
          <ac:cxnSpMkLst>
            <pc:docMk/>
            <pc:sldMk cId="874879580" sldId="260"/>
            <ac:cxnSpMk id="98" creationId="{62FF5CDE-B816-4896-9365-309177E2DB79}"/>
          </ac:cxnSpMkLst>
        </pc:cxnChg>
        <pc:cxnChg chg="add mod">
          <ac:chgData name="" userId="b9fd190484b7cc43" providerId="LiveId" clId="{CC09F2C7-796A-49A1-AEA7-040E810DA2A3}" dt="2025-07-20T13:07:41.699" v="98" actId="1076"/>
          <ac:cxnSpMkLst>
            <pc:docMk/>
            <pc:sldMk cId="874879580" sldId="260"/>
            <ac:cxnSpMk id="99" creationId="{F4D19AC7-5FF8-4C76-A8F7-3CE3B77952BD}"/>
          </ac:cxnSpMkLst>
        </pc:cxnChg>
        <pc:cxnChg chg="mod">
          <ac:chgData name="" userId="b9fd190484b7cc43" providerId="LiveId" clId="{CC09F2C7-796A-49A1-AEA7-040E810DA2A3}" dt="2025-07-20T13:08:46.108" v="106" actId="14100"/>
          <ac:cxnSpMkLst>
            <pc:docMk/>
            <pc:sldMk cId="874879580" sldId="260"/>
            <ac:cxnSpMk id="100" creationId="{8460692A-AA21-46F7-AC7D-BB835629BE2B}"/>
          </ac:cxnSpMkLst>
        </pc:cxnChg>
        <pc:cxnChg chg="add mod">
          <ac:chgData name="" userId="b9fd190484b7cc43" providerId="LiveId" clId="{CC09F2C7-796A-49A1-AEA7-040E810DA2A3}" dt="2025-07-20T13:07:41.699" v="98" actId="1076"/>
          <ac:cxnSpMkLst>
            <pc:docMk/>
            <pc:sldMk cId="874879580" sldId="260"/>
            <ac:cxnSpMk id="101" creationId="{D6DD9282-BC71-4843-8FA3-22781284D698}"/>
          </ac:cxnSpMkLst>
        </pc:cxnChg>
        <pc:cxnChg chg="mod">
          <ac:chgData name="" userId="b9fd190484b7cc43" providerId="LiveId" clId="{CC09F2C7-796A-49A1-AEA7-040E810DA2A3}" dt="2025-07-20T13:08:57.409" v="108" actId="14100"/>
          <ac:cxnSpMkLst>
            <pc:docMk/>
            <pc:sldMk cId="874879580" sldId="260"/>
            <ac:cxnSpMk id="102" creationId="{2614FD9E-0193-4651-BE01-51ED2CFF83F4}"/>
          </ac:cxnSpMkLst>
        </pc:cxnChg>
        <pc:cxnChg chg="add mod">
          <ac:chgData name="" userId="b9fd190484b7cc43" providerId="LiveId" clId="{CC09F2C7-796A-49A1-AEA7-040E810DA2A3}" dt="2025-07-20T13:07:49.889" v="100" actId="1076"/>
          <ac:cxnSpMkLst>
            <pc:docMk/>
            <pc:sldMk cId="874879580" sldId="260"/>
            <ac:cxnSpMk id="103" creationId="{90F1CEB0-6AD3-4363-8C13-CD1E7617724C}"/>
          </ac:cxnSpMkLst>
        </pc:cxnChg>
        <pc:cxnChg chg="mod">
          <ac:chgData name="" userId="b9fd190484b7cc43" providerId="LiveId" clId="{CC09F2C7-796A-49A1-AEA7-040E810DA2A3}" dt="2025-07-20T12:57:21.164" v="6" actId="208"/>
          <ac:cxnSpMkLst>
            <pc:docMk/>
            <pc:sldMk cId="874879580" sldId="260"/>
            <ac:cxnSpMk id="104" creationId="{4255AB43-246D-4BB1-A786-612FB963948F}"/>
          </ac:cxnSpMkLst>
        </pc:cxnChg>
        <pc:cxnChg chg="add mod">
          <ac:chgData name="" userId="b9fd190484b7cc43" providerId="LiveId" clId="{CC09F2C7-796A-49A1-AEA7-040E810DA2A3}" dt="2025-07-20T13:07:49.889" v="100" actId="1076"/>
          <ac:cxnSpMkLst>
            <pc:docMk/>
            <pc:sldMk cId="874879580" sldId="260"/>
            <ac:cxnSpMk id="105" creationId="{E4DC9E52-082C-4DD4-9BB1-AE0CFE6DC8F2}"/>
          </ac:cxnSpMkLst>
        </pc:cxnChg>
        <pc:cxnChg chg="mod">
          <ac:chgData name="" userId="b9fd190484b7cc43" providerId="LiveId" clId="{CC09F2C7-796A-49A1-AEA7-040E810DA2A3}" dt="2025-07-20T12:56:36.729" v="3" actId="208"/>
          <ac:cxnSpMkLst>
            <pc:docMk/>
            <pc:sldMk cId="874879580" sldId="260"/>
            <ac:cxnSpMk id="111" creationId="{E48187BF-7270-4AAC-89A6-C08D4740E318}"/>
          </ac:cxnSpMkLst>
        </pc:cxnChg>
        <pc:cxnChg chg="mod">
          <ac:chgData name="" userId="b9fd190484b7cc43" providerId="LiveId" clId="{CC09F2C7-796A-49A1-AEA7-040E810DA2A3}" dt="2025-07-20T12:57:21.164" v="6" actId="208"/>
          <ac:cxnSpMkLst>
            <pc:docMk/>
            <pc:sldMk cId="874879580" sldId="260"/>
            <ac:cxnSpMk id="117" creationId="{9550B8C3-1EFA-4DDF-B7F1-79EF5B02317D}"/>
          </ac:cxnSpMkLst>
        </pc:cxnChg>
        <pc:cxnChg chg="mod">
          <ac:chgData name="" userId="b9fd190484b7cc43" providerId="LiveId" clId="{CC09F2C7-796A-49A1-AEA7-040E810DA2A3}" dt="2025-07-20T12:56:36.729" v="3" actId="208"/>
          <ac:cxnSpMkLst>
            <pc:docMk/>
            <pc:sldMk cId="874879580" sldId="260"/>
            <ac:cxnSpMk id="119" creationId="{E98C3474-DF6F-4CA9-A24E-14720AA843D2}"/>
          </ac:cxnSpMkLst>
        </pc:cxnChg>
        <pc:cxnChg chg="mod">
          <ac:chgData name="" userId="b9fd190484b7cc43" providerId="LiveId" clId="{CC09F2C7-796A-49A1-AEA7-040E810DA2A3}" dt="2025-07-20T12:56:36.729" v="3" actId="208"/>
          <ac:cxnSpMkLst>
            <pc:docMk/>
            <pc:sldMk cId="874879580" sldId="260"/>
            <ac:cxnSpMk id="121" creationId="{B27071AB-DD43-48D1-A1FF-1DA821FDF2E5}"/>
          </ac:cxnSpMkLst>
        </pc:cxnChg>
        <pc:cxnChg chg="mod">
          <ac:chgData name="" userId="b9fd190484b7cc43" providerId="LiveId" clId="{CC09F2C7-796A-49A1-AEA7-040E810DA2A3}" dt="2025-07-20T12:56:36.729" v="3" actId="208"/>
          <ac:cxnSpMkLst>
            <pc:docMk/>
            <pc:sldMk cId="874879580" sldId="260"/>
            <ac:cxnSpMk id="123" creationId="{53B46F69-E8B8-4C0D-9595-4ECA64BCC61C}"/>
          </ac:cxnSpMkLst>
        </pc:cxnChg>
        <pc:cxnChg chg="mod">
          <ac:chgData name="" userId="b9fd190484b7cc43" providerId="LiveId" clId="{CC09F2C7-796A-49A1-AEA7-040E810DA2A3}" dt="2025-07-20T12:56:36.729" v="3" actId="208"/>
          <ac:cxnSpMkLst>
            <pc:docMk/>
            <pc:sldMk cId="874879580" sldId="260"/>
            <ac:cxnSpMk id="137" creationId="{1FF25AC8-BAA1-4AF4-ACA4-26943FE3E645}"/>
          </ac:cxnSpMkLst>
        </pc:cxnChg>
        <pc:cxnChg chg="mod">
          <ac:chgData name="" userId="b9fd190484b7cc43" providerId="LiveId" clId="{CC09F2C7-796A-49A1-AEA7-040E810DA2A3}" dt="2025-07-20T12:56:36.729" v="3" actId="208"/>
          <ac:cxnSpMkLst>
            <pc:docMk/>
            <pc:sldMk cId="874879580" sldId="260"/>
            <ac:cxnSpMk id="141" creationId="{5476E9E0-5C32-4BF6-A1B3-2C4508054FD0}"/>
          </ac:cxnSpMkLst>
        </pc:cxnChg>
        <pc:cxnChg chg="mod">
          <ac:chgData name="" userId="b9fd190484b7cc43" providerId="LiveId" clId="{CC09F2C7-796A-49A1-AEA7-040E810DA2A3}" dt="2025-07-20T13:09:58.541" v="121" actId="14100"/>
          <ac:cxnSpMkLst>
            <pc:docMk/>
            <pc:sldMk cId="874879580" sldId="260"/>
            <ac:cxnSpMk id="145" creationId="{D5BB4472-8C50-4E9F-8421-00DCC09077E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DE48905-1992-41D7-A4C0-38776445E225}" type="datetimeFigureOut">
              <a:rPr lang="en-IN" smtClean="0"/>
              <a:t>20-07-2025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692A43D-9AF1-40C4-BB8F-82BDE0CDB6F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618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8905-1992-41D7-A4C0-38776445E225}" type="datetimeFigureOut">
              <a:rPr lang="en-IN" smtClean="0"/>
              <a:t>20-07-2025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2A43D-9AF1-40C4-BB8F-82BDE0CDB6F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5703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DE48905-1992-41D7-A4C0-38776445E225}" type="datetimeFigureOut">
              <a:rPr lang="en-IN" smtClean="0"/>
              <a:t>20-07-2025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92A43D-9AF1-40C4-BB8F-82BDE0CDB6F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9884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BF2A25-CB03-481E-9E8B-7A8DD2D7D239}"/>
              </a:ext>
            </a:extLst>
          </p:cNvPr>
          <p:cNvSpPr/>
          <p:nvPr/>
        </p:nvSpPr>
        <p:spPr>
          <a:xfrm>
            <a:off x="2457450" y="1720840"/>
            <a:ext cx="7277099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PROJECT</a:t>
            </a:r>
          </a:p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</a:t>
            </a:r>
          </a:p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REMOTE REWORK </a:t>
            </a:r>
          </a:p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UPDATE SYSTEM</a:t>
            </a:r>
          </a:p>
        </p:txBody>
      </p:sp>
    </p:spTree>
    <p:extLst>
      <p:ext uri="{BB962C8B-B14F-4D97-AF65-F5344CB8AC3E}">
        <p14:creationId xmlns:p14="http://schemas.microsoft.com/office/powerpoint/2010/main" val="3651763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68B474-2C0E-4D70-9914-C58C9276649C}"/>
              </a:ext>
            </a:extLst>
          </p:cNvPr>
          <p:cNvSpPr txBox="1"/>
          <p:nvPr/>
        </p:nvSpPr>
        <p:spPr>
          <a:xfrm>
            <a:off x="1063625" y="945892"/>
            <a:ext cx="529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AIM OF THE PROJECT:</a:t>
            </a:r>
            <a:endParaRPr lang="en-IN" sz="2400" b="1" u="sn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F3F5F7-98DB-45F9-A6FA-C55BEBB6D9AE}"/>
              </a:ext>
            </a:extLst>
          </p:cNvPr>
          <p:cNvSpPr/>
          <p:nvPr/>
        </p:nvSpPr>
        <p:spPr>
          <a:xfrm>
            <a:off x="1063625" y="2823329"/>
            <a:ext cx="37571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/>
              <a:t>WORKING PRINCIPLES:</a:t>
            </a:r>
            <a:endParaRPr lang="en-IN" sz="2400" b="1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0DA5ED-F7FF-4C97-B1AA-EC1C788EB308}"/>
              </a:ext>
            </a:extLst>
          </p:cNvPr>
          <p:cNvSpPr txBox="1"/>
          <p:nvPr/>
        </p:nvSpPr>
        <p:spPr>
          <a:xfrm>
            <a:off x="1063625" y="1407557"/>
            <a:ext cx="104171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develop a communication system enabling communication from the reworker to multiple debugging engineers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1BD4DA-829E-4A41-A9EC-58C4EA4D9C69}"/>
              </a:ext>
            </a:extLst>
          </p:cNvPr>
          <p:cNvSpPr txBox="1"/>
          <p:nvPr/>
        </p:nvSpPr>
        <p:spPr>
          <a:xfrm>
            <a:off x="1129553" y="3429000"/>
            <a:ext cx="101256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communication system is designed such that, on the master side, a button switch </a:t>
            </a:r>
            <a:r>
              <a:rPr lang="en-US" b="1" dirty="0"/>
              <a:t>S0</a:t>
            </a:r>
            <a:r>
              <a:rPr lang="en-US" dirty="0"/>
              <a:t> is used to select which receiver will receive the message. Another switch, </a:t>
            </a:r>
            <a:r>
              <a:rPr lang="en-US" b="1" dirty="0"/>
              <a:t>S1</a:t>
            </a:r>
            <a:r>
              <a:rPr lang="en-US" dirty="0"/>
              <a:t>, is used to send different messages to a single receiver. The messages sent to the receiver are as follows: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Blue LED</a:t>
            </a:r>
            <a:r>
              <a:rPr lang="en-US" dirty="0"/>
              <a:t> indicates that the reworker is free to work on a component.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Red LED</a:t>
            </a:r>
            <a:r>
              <a:rPr lang="en-US" dirty="0"/>
              <a:t> indicates that the reworker has been assigned a component.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Yellow LED</a:t>
            </a:r>
            <a:r>
              <a:rPr lang="en-US" dirty="0"/>
              <a:t> indicates that work is in progress on a component.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Green LED</a:t>
            </a:r>
            <a:r>
              <a:rPr lang="en-US" dirty="0"/>
              <a:t> indicates that the reworker has completed the required work on a component, and a </a:t>
            </a:r>
            <a:r>
              <a:rPr lang="en-US" b="1" dirty="0"/>
              <a:t>buzzer will be activated</a:t>
            </a:r>
            <a:r>
              <a:rPr lang="en-US" dirty="0"/>
              <a:t> at the receiver end for 5 seconds.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7770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B74D7A-ED75-49B8-8DC8-B27DF9693025}"/>
              </a:ext>
            </a:extLst>
          </p:cNvPr>
          <p:cNvSpPr txBox="1"/>
          <p:nvPr/>
        </p:nvSpPr>
        <p:spPr>
          <a:xfrm>
            <a:off x="755015" y="646430"/>
            <a:ext cx="7219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COMPONENTS USED AT TRANSMITTER END</a:t>
            </a:r>
            <a:endParaRPr lang="en-IN" sz="2400" b="1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471221-5CA1-4664-BB33-2D8CEFD99CBA}"/>
              </a:ext>
            </a:extLst>
          </p:cNvPr>
          <p:cNvSpPr txBox="1"/>
          <p:nvPr/>
        </p:nvSpPr>
        <p:spPr>
          <a:xfrm>
            <a:off x="924560" y="1108095"/>
            <a:ext cx="10342880" cy="5026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Arduino Uno R3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1</a:t>
            </a:r>
            <a:r>
              <a:rPr lang="en-IN" sz="2400" dirty="0"/>
              <a:t>2V to 3.3V voltage regulator (</a:t>
            </a:r>
            <a:r>
              <a:rPr lang="en-IN" sz="1600" dirty="0"/>
              <a:t>made by two diodes, LD33CV, heat sink, resistors(22ohms) and capacitors</a:t>
            </a:r>
            <a:r>
              <a:rPr lang="en-IN" sz="2400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N</a:t>
            </a:r>
            <a:r>
              <a:rPr lang="en-IN" sz="2400" dirty="0"/>
              <a:t>RF24L01 (having PA and LNA)module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D flipflops(IC7474)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2 to 4 decoders (IC74139)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1:4 demultiplexer(IC74155)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JK flipflop(IC7476)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LEDS(blue, red, yellow and green)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B</a:t>
            </a:r>
            <a:r>
              <a:rPr lang="en-IN" sz="2400" dirty="0"/>
              <a:t>readboard and jumperwires</a:t>
            </a:r>
          </a:p>
        </p:txBody>
      </p:sp>
    </p:spTree>
    <p:extLst>
      <p:ext uri="{BB962C8B-B14F-4D97-AF65-F5344CB8AC3E}">
        <p14:creationId xmlns:p14="http://schemas.microsoft.com/office/powerpoint/2010/main" val="423242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52C9BC-C775-42E1-9D38-FB99103A47B4}"/>
              </a:ext>
            </a:extLst>
          </p:cNvPr>
          <p:cNvSpPr/>
          <p:nvPr/>
        </p:nvSpPr>
        <p:spPr>
          <a:xfrm>
            <a:off x="909458" y="777359"/>
            <a:ext cx="63658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/>
              <a:t>COMPONENTS USED AT RECIEVER END</a:t>
            </a:r>
            <a:endParaRPr lang="en-IN" sz="2400" b="1" u="sn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F54453-8848-43E4-9503-3A945219C2E3}"/>
              </a:ext>
            </a:extLst>
          </p:cNvPr>
          <p:cNvSpPr/>
          <p:nvPr/>
        </p:nvSpPr>
        <p:spPr>
          <a:xfrm>
            <a:off x="909458" y="1383437"/>
            <a:ext cx="1041894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Arduino Uno R3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1</a:t>
            </a:r>
            <a:r>
              <a:rPr lang="en-IN" sz="2000" dirty="0"/>
              <a:t>2V to 3.3V voltage regulator (</a:t>
            </a:r>
            <a:r>
              <a:rPr lang="en-IN" sz="1600" dirty="0"/>
              <a:t>made by two diodes, LD33CV, heat sink, resistors(22ohms) and capacitors</a:t>
            </a:r>
            <a:r>
              <a:rPr lang="en-IN" sz="2000" dirty="0"/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N</a:t>
            </a:r>
            <a:r>
              <a:rPr lang="en-IN" sz="2000" dirty="0"/>
              <a:t>RF24L01 (having PA and LNA)module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LEDS(blue, red, yellow and green) and an active buzzer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B</a:t>
            </a:r>
            <a:r>
              <a:rPr lang="en-IN" sz="2000" dirty="0"/>
              <a:t>readboard and jumperwires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39923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940AC8-7690-4E20-AD15-BB0E3DD181A3}"/>
              </a:ext>
            </a:extLst>
          </p:cNvPr>
          <p:cNvSpPr txBox="1"/>
          <p:nvPr/>
        </p:nvSpPr>
        <p:spPr>
          <a:xfrm>
            <a:off x="1389103" y="593230"/>
            <a:ext cx="522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CIRCUIT DIAGRAM OF TRANSMITTER</a:t>
            </a:r>
            <a:endParaRPr lang="en-IN" b="1" u="sn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C5C4FE-EF48-43B3-8F06-C3945E1C525B}"/>
              </a:ext>
            </a:extLst>
          </p:cNvPr>
          <p:cNvSpPr/>
          <p:nvPr/>
        </p:nvSpPr>
        <p:spPr>
          <a:xfrm>
            <a:off x="1323974" y="1562100"/>
            <a:ext cx="1162050" cy="1247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4864E2-C82A-4346-8E7F-DCD1129D0605}"/>
              </a:ext>
            </a:extLst>
          </p:cNvPr>
          <p:cNvSpPr/>
          <p:nvPr/>
        </p:nvSpPr>
        <p:spPr>
          <a:xfrm>
            <a:off x="3152775" y="1562100"/>
            <a:ext cx="1619250" cy="4533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Arduino Uno R3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8E89D8-2B7A-4CD3-8CBF-1D63C6EECE33}"/>
              </a:ext>
            </a:extLst>
          </p:cNvPr>
          <p:cNvSpPr/>
          <p:nvPr/>
        </p:nvSpPr>
        <p:spPr>
          <a:xfrm>
            <a:off x="5133975" y="4848225"/>
            <a:ext cx="857250" cy="847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EE8E4B-603F-4F06-B1CC-AAE58DA69051}"/>
              </a:ext>
            </a:extLst>
          </p:cNvPr>
          <p:cNvSpPr/>
          <p:nvPr/>
        </p:nvSpPr>
        <p:spPr>
          <a:xfrm>
            <a:off x="6381750" y="4848222"/>
            <a:ext cx="857250" cy="847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B8FFDC-BD9B-4242-AD71-BA8B2B571731}"/>
              </a:ext>
            </a:extLst>
          </p:cNvPr>
          <p:cNvSpPr/>
          <p:nvPr/>
        </p:nvSpPr>
        <p:spPr>
          <a:xfrm>
            <a:off x="7562850" y="4848223"/>
            <a:ext cx="857250" cy="847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B0C072-5A9F-4558-8A44-7B147B0C2858}"/>
              </a:ext>
            </a:extLst>
          </p:cNvPr>
          <p:cNvSpPr/>
          <p:nvPr/>
        </p:nvSpPr>
        <p:spPr>
          <a:xfrm>
            <a:off x="9124950" y="4848224"/>
            <a:ext cx="857250" cy="847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68DF55AF-9533-4E65-99E0-1C67E2F3F455}"/>
              </a:ext>
            </a:extLst>
          </p:cNvPr>
          <p:cNvSpPr/>
          <p:nvPr/>
        </p:nvSpPr>
        <p:spPr>
          <a:xfrm rot="5400000">
            <a:off x="4613255" y="2203966"/>
            <a:ext cx="2305050" cy="1021318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 to 4 DEMUX</a:t>
            </a:r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5D82A1-DF88-45D8-9097-DED50AAAC2BE}"/>
              </a:ext>
            </a:extLst>
          </p:cNvPr>
          <p:cNvSpPr/>
          <p:nvPr/>
        </p:nvSpPr>
        <p:spPr>
          <a:xfrm>
            <a:off x="6943727" y="1213368"/>
            <a:ext cx="476250" cy="442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DC4001-E5C7-4138-8E29-15BB72773269}"/>
              </a:ext>
            </a:extLst>
          </p:cNvPr>
          <p:cNvSpPr/>
          <p:nvPr/>
        </p:nvSpPr>
        <p:spPr>
          <a:xfrm>
            <a:off x="8157891" y="1209677"/>
            <a:ext cx="476250" cy="442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EA63EC4C-CC05-431B-91E0-0E24404BC66E}"/>
              </a:ext>
            </a:extLst>
          </p:cNvPr>
          <p:cNvSpPr/>
          <p:nvPr/>
        </p:nvSpPr>
        <p:spPr>
          <a:xfrm rot="5400000">
            <a:off x="9342399" y="1162054"/>
            <a:ext cx="552452" cy="428623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5AD1BC-85A0-44FC-A148-6264789A63AD}"/>
              </a:ext>
            </a:extLst>
          </p:cNvPr>
          <p:cNvSpPr/>
          <p:nvPr/>
        </p:nvSpPr>
        <p:spPr>
          <a:xfrm>
            <a:off x="1323975" y="3587232"/>
            <a:ext cx="1161512" cy="552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89A90D8-E4D4-47B9-BC8D-4FBDD2F9D278}"/>
              </a:ext>
            </a:extLst>
          </p:cNvPr>
          <p:cNvCxnSpPr/>
          <p:nvPr/>
        </p:nvCxnSpPr>
        <p:spPr>
          <a:xfrm>
            <a:off x="4772025" y="5029200"/>
            <a:ext cx="3619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61C1183-D831-4B1B-93AC-E579738531D4}"/>
              </a:ext>
            </a:extLst>
          </p:cNvPr>
          <p:cNvCxnSpPr/>
          <p:nvPr/>
        </p:nvCxnSpPr>
        <p:spPr>
          <a:xfrm>
            <a:off x="5991225" y="5029200"/>
            <a:ext cx="390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B41335D-1061-406F-9256-CBE0448E724C}"/>
              </a:ext>
            </a:extLst>
          </p:cNvPr>
          <p:cNvCxnSpPr/>
          <p:nvPr/>
        </p:nvCxnSpPr>
        <p:spPr>
          <a:xfrm>
            <a:off x="7239000" y="5029200"/>
            <a:ext cx="400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B82B8A1-1B37-4B8C-9AD0-FCBA60B5B05E}"/>
              </a:ext>
            </a:extLst>
          </p:cNvPr>
          <p:cNvCxnSpPr/>
          <p:nvPr/>
        </p:nvCxnSpPr>
        <p:spPr>
          <a:xfrm>
            <a:off x="8438607" y="5029200"/>
            <a:ext cx="686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530ADE5-22CB-4837-B180-6C69EFC735D0}"/>
              </a:ext>
            </a:extLst>
          </p:cNvPr>
          <p:cNvCxnSpPr/>
          <p:nvPr/>
        </p:nvCxnSpPr>
        <p:spPr>
          <a:xfrm>
            <a:off x="4781550" y="5400675"/>
            <a:ext cx="361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4BC53FC-4980-4702-BBE8-32AE7FC9405B}"/>
              </a:ext>
            </a:extLst>
          </p:cNvPr>
          <p:cNvCxnSpPr/>
          <p:nvPr/>
        </p:nvCxnSpPr>
        <p:spPr>
          <a:xfrm>
            <a:off x="4953000" y="5400675"/>
            <a:ext cx="0" cy="590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586574C-9F69-486F-A744-676EA4393CCD}"/>
              </a:ext>
            </a:extLst>
          </p:cNvPr>
          <p:cNvCxnSpPr>
            <a:cxnSpLocks/>
          </p:cNvCxnSpPr>
          <p:nvPr/>
        </p:nvCxnSpPr>
        <p:spPr>
          <a:xfrm flipV="1">
            <a:off x="4953000" y="5980618"/>
            <a:ext cx="3952875" cy="5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48EA41A-D44E-4BE9-A976-C53170F9DEB1}"/>
              </a:ext>
            </a:extLst>
          </p:cNvPr>
          <p:cNvCxnSpPr/>
          <p:nvPr/>
        </p:nvCxnSpPr>
        <p:spPr>
          <a:xfrm>
            <a:off x="6186487" y="5400675"/>
            <a:ext cx="1952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667339A-D76C-44F8-9F7D-C9BF5620A9D5}"/>
              </a:ext>
            </a:extLst>
          </p:cNvPr>
          <p:cNvCxnSpPr/>
          <p:nvPr/>
        </p:nvCxnSpPr>
        <p:spPr>
          <a:xfrm>
            <a:off x="7419977" y="5400675"/>
            <a:ext cx="3333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F70A54E-E3B6-476F-848B-E662951B20E5}"/>
              </a:ext>
            </a:extLst>
          </p:cNvPr>
          <p:cNvCxnSpPr>
            <a:cxnSpLocks/>
            <a:endCxn id="1259" idx="1"/>
          </p:cNvCxnSpPr>
          <p:nvPr/>
        </p:nvCxnSpPr>
        <p:spPr>
          <a:xfrm flipV="1">
            <a:off x="8902370" y="5545316"/>
            <a:ext cx="190450" cy="147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3C7437F-C3D9-43FA-A673-8F21D47A4F9E}"/>
              </a:ext>
            </a:extLst>
          </p:cNvPr>
          <p:cNvCxnSpPr/>
          <p:nvPr/>
        </p:nvCxnSpPr>
        <p:spPr>
          <a:xfrm>
            <a:off x="6186487" y="5400675"/>
            <a:ext cx="0" cy="5857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835879C-94E5-4CB7-8AD7-0CE4E7884000}"/>
              </a:ext>
            </a:extLst>
          </p:cNvPr>
          <p:cNvCxnSpPr/>
          <p:nvPr/>
        </p:nvCxnSpPr>
        <p:spPr>
          <a:xfrm>
            <a:off x="7439025" y="5400675"/>
            <a:ext cx="0" cy="5857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AA184DE-17BE-490F-A9AC-365E03496AB0}"/>
              </a:ext>
            </a:extLst>
          </p:cNvPr>
          <p:cNvCxnSpPr>
            <a:cxnSpLocks/>
          </p:cNvCxnSpPr>
          <p:nvPr/>
        </p:nvCxnSpPr>
        <p:spPr>
          <a:xfrm>
            <a:off x="8905875" y="5560041"/>
            <a:ext cx="0" cy="426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EEE92DA7-12FE-4A82-BF1F-D999B1E2F19A}"/>
              </a:ext>
            </a:extLst>
          </p:cNvPr>
          <p:cNvSpPr/>
          <p:nvPr/>
        </p:nvSpPr>
        <p:spPr>
          <a:xfrm>
            <a:off x="6096000" y="4533900"/>
            <a:ext cx="180439" cy="20002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AFA97FB-93E9-41E4-9A0D-5A32AC66C2F2}"/>
              </a:ext>
            </a:extLst>
          </p:cNvPr>
          <p:cNvCxnSpPr>
            <a:cxnSpLocks/>
          </p:cNvCxnSpPr>
          <p:nvPr/>
        </p:nvCxnSpPr>
        <p:spPr>
          <a:xfrm flipV="1">
            <a:off x="6315795" y="4482595"/>
            <a:ext cx="150421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5856682-0883-4691-B71D-50A90E3EA67C}"/>
              </a:ext>
            </a:extLst>
          </p:cNvPr>
          <p:cNvCxnSpPr>
            <a:cxnSpLocks/>
          </p:cNvCxnSpPr>
          <p:nvPr/>
        </p:nvCxnSpPr>
        <p:spPr>
          <a:xfrm flipV="1">
            <a:off x="6381214" y="4533900"/>
            <a:ext cx="150421" cy="132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60570F6-8F3A-48AE-9818-5A5DAAEC2AA7}"/>
              </a:ext>
            </a:extLst>
          </p:cNvPr>
          <p:cNvCxnSpPr/>
          <p:nvPr/>
        </p:nvCxnSpPr>
        <p:spPr>
          <a:xfrm>
            <a:off x="5991225" y="4533900"/>
            <a:ext cx="390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1075F15-0351-455A-A554-194723046C63}"/>
              </a:ext>
            </a:extLst>
          </p:cNvPr>
          <p:cNvCxnSpPr>
            <a:cxnSpLocks/>
            <a:stCxn id="63" idx="0"/>
          </p:cNvCxnSpPr>
          <p:nvPr/>
        </p:nvCxnSpPr>
        <p:spPr>
          <a:xfrm flipV="1">
            <a:off x="6186220" y="4394144"/>
            <a:ext cx="11719" cy="1397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E121784-63B2-4AA5-A0D7-2AA7786C10F8}"/>
              </a:ext>
            </a:extLst>
          </p:cNvPr>
          <p:cNvCxnSpPr>
            <a:stCxn id="63" idx="3"/>
          </p:cNvCxnSpPr>
          <p:nvPr/>
        </p:nvCxnSpPr>
        <p:spPr>
          <a:xfrm flipH="1">
            <a:off x="6186219" y="4733927"/>
            <a:ext cx="1" cy="320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5BD9143C-A7EA-436C-9B67-332F9BFE74C4}"/>
              </a:ext>
            </a:extLst>
          </p:cNvPr>
          <p:cNvSpPr/>
          <p:nvPr/>
        </p:nvSpPr>
        <p:spPr>
          <a:xfrm>
            <a:off x="7279890" y="4512696"/>
            <a:ext cx="180439" cy="20002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753BD0D-8847-4E80-AB61-33EBEA273199}"/>
              </a:ext>
            </a:extLst>
          </p:cNvPr>
          <p:cNvCxnSpPr>
            <a:cxnSpLocks/>
          </p:cNvCxnSpPr>
          <p:nvPr/>
        </p:nvCxnSpPr>
        <p:spPr>
          <a:xfrm flipV="1">
            <a:off x="7499685" y="4461391"/>
            <a:ext cx="150421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06CC418-CCF9-48F5-98CD-54D04835CE8B}"/>
              </a:ext>
            </a:extLst>
          </p:cNvPr>
          <p:cNvCxnSpPr>
            <a:cxnSpLocks/>
          </p:cNvCxnSpPr>
          <p:nvPr/>
        </p:nvCxnSpPr>
        <p:spPr>
          <a:xfrm flipV="1">
            <a:off x="7565104" y="4512696"/>
            <a:ext cx="150421" cy="132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0BFA8DE-884C-4B5B-B339-E71E5C2525E9}"/>
              </a:ext>
            </a:extLst>
          </p:cNvPr>
          <p:cNvCxnSpPr/>
          <p:nvPr/>
        </p:nvCxnSpPr>
        <p:spPr>
          <a:xfrm>
            <a:off x="8512112" y="4508705"/>
            <a:ext cx="390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9D6F56D-5BDC-4862-9C7B-AC5C6277D81D}"/>
              </a:ext>
            </a:extLst>
          </p:cNvPr>
          <p:cNvCxnSpPr>
            <a:stCxn id="78" idx="3"/>
          </p:cNvCxnSpPr>
          <p:nvPr/>
        </p:nvCxnSpPr>
        <p:spPr>
          <a:xfrm flipH="1">
            <a:off x="7370109" y="4712723"/>
            <a:ext cx="1" cy="320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A88AE1B0-E4FE-4BF5-BB67-AF0AF809F04B}"/>
              </a:ext>
            </a:extLst>
          </p:cNvPr>
          <p:cNvSpPr/>
          <p:nvPr/>
        </p:nvSpPr>
        <p:spPr>
          <a:xfrm>
            <a:off x="8617156" y="4513777"/>
            <a:ext cx="180439" cy="20002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982EEAF-7B40-49C3-8F81-6B779D606DD9}"/>
              </a:ext>
            </a:extLst>
          </p:cNvPr>
          <p:cNvCxnSpPr>
            <a:cxnSpLocks/>
          </p:cNvCxnSpPr>
          <p:nvPr/>
        </p:nvCxnSpPr>
        <p:spPr>
          <a:xfrm flipV="1">
            <a:off x="8836951" y="4462472"/>
            <a:ext cx="150421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5AC5CCB-394C-462B-864B-D76EC75EBCCD}"/>
              </a:ext>
            </a:extLst>
          </p:cNvPr>
          <p:cNvCxnSpPr>
            <a:cxnSpLocks/>
          </p:cNvCxnSpPr>
          <p:nvPr/>
        </p:nvCxnSpPr>
        <p:spPr>
          <a:xfrm flipV="1">
            <a:off x="8902370" y="4513777"/>
            <a:ext cx="150421" cy="132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C29F6A2-7037-4378-8822-4714DE81FF70}"/>
              </a:ext>
            </a:extLst>
          </p:cNvPr>
          <p:cNvCxnSpPr/>
          <p:nvPr/>
        </p:nvCxnSpPr>
        <p:spPr>
          <a:xfrm>
            <a:off x="7177771" y="4501611"/>
            <a:ext cx="390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F382B68-377B-4076-A916-A4BB2F2CE9CE}"/>
              </a:ext>
            </a:extLst>
          </p:cNvPr>
          <p:cNvCxnSpPr>
            <a:stCxn id="83" idx="3"/>
          </p:cNvCxnSpPr>
          <p:nvPr/>
        </p:nvCxnSpPr>
        <p:spPr>
          <a:xfrm flipH="1">
            <a:off x="8707375" y="4713804"/>
            <a:ext cx="1" cy="320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Isosceles Triangle 87">
            <a:extLst>
              <a:ext uri="{FF2B5EF4-FFF2-40B4-BE49-F238E27FC236}">
                <a16:creationId xmlns:a16="http://schemas.microsoft.com/office/drawing/2014/main" id="{E6F6CCC2-2FCF-4657-8FA0-F0913CB55137}"/>
              </a:ext>
            </a:extLst>
          </p:cNvPr>
          <p:cNvSpPr/>
          <p:nvPr/>
        </p:nvSpPr>
        <p:spPr>
          <a:xfrm>
            <a:off x="10090668" y="4544954"/>
            <a:ext cx="180439" cy="20002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DF06F14-1335-405C-BCE3-6345C35A389D}"/>
              </a:ext>
            </a:extLst>
          </p:cNvPr>
          <p:cNvCxnSpPr>
            <a:cxnSpLocks/>
          </p:cNvCxnSpPr>
          <p:nvPr/>
        </p:nvCxnSpPr>
        <p:spPr>
          <a:xfrm flipV="1">
            <a:off x="10310463" y="4493649"/>
            <a:ext cx="150421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46C23CA-9A66-4A6D-A4BB-326E59D60C73}"/>
              </a:ext>
            </a:extLst>
          </p:cNvPr>
          <p:cNvCxnSpPr>
            <a:cxnSpLocks/>
          </p:cNvCxnSpPr>
          <p:nvPr/>
        </p:nvCxnSpPr>
        <p:spPr>
          <a:xfrm flipV="1">
            <a:off x="10375882" y="4544954"/>
            <a:ext cx="150421" cy="132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13FC473-321B-4091-98D0-AC8DC069F42F}"/>
              </a:ext>
            </a:extLst>
          </p:cNvPr>
          <p:cNvCxnSpPr/>
          <p:nvPr/>
        </p:nvCxnSpPr>
        <p:spPr>
          <a:xfrm>
            <a:off x="9985893" y="4544954"/>
            <a:ext cx="390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CBADF15-016C-4425-8CA9-26DF12C38AC6}"/>
              </a:ext>
            </a:extLst>
          </p:cNvPr>
          <p:cNvCxnSpPr>
            <a:cxnSpLocks/>
            <a:stCxn id="88" idx="3"/>
          </p:cNvCxnSpPr>
          <p:nvPr/>
        </p:nvCxnSpPr>
        <p:spPr>
          <a:xfrm>
            <a:off x="10180888" y="4744981"/>
            <a:ext cx="0" cy="309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46773D3-C5D0-42D2-9D17-4DEF8DEC8964}"/>
              </a:ext>
            </a:extLst>
          </p:cNvPr>
          <p:cNvCxnSpPr>
            <a:cxnSpLocks/>
          </p:cNvCxnSpPr>
          <p:nvPr/>
        </p:nvCxnSpPr>
        <p:spPr>
          <a:xfrm>
            <a:off x="9982200" y="5054079"/>
            <a:ext cx="1986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29DBCF1-FB8C-4F07-8899-18C45420769E}"/>
              </a:ext>
            </a:extLst>
          </p:cNvPr>
          <p:cNvCxnSpPr>
            <a:endCxn id="78" idx="0"/>
          </p:cNvCxnSpPr>
          <p:nvPr/>
        </p:nvCxnSpPr>
        <p:spPr>
          <a:xfrm>
            <a:off x="7370109" y="4392273"/>
            <a:ext cx="1" cy="120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6C53E64-15A1-4617-BFEC-2EC21CA97EFE}"/>
              </a:ext>
            </a:extLst>
          </p:cNvPr>
          <p:cNvCxnSpPr>
            <a:cxnSpLocks/>
            <a:endCxn id="83" idx="0"/>
          </p:cNvCxnSpPr>
          <p:nvPr/>
        </p:nvCxnSpPr>
        <p:spPr>
          <a:xfrm>
            <a:off x="8707376" y="4394144"/>
            <a:ext cx="0" cy="119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ED34BD9-1861-4C3C-86D8-8DF1D99081C8}"/>
              </a:ext>
            </a:extLst>
          </p:cNvPr>
          <p:cNvCxnSpPr>
            <a:cxnSpLocks/>
            <a:endCxn id="88" idx="0"/>
          </p:cNvCxnSpPr>
          <p:nvPr/>
        </p:nvCxnSpPr>
        <p:spPr>
          <a:xfrm>
            <a:off x="10180888" y="4407887"/>
            <a:ext cx="0" cy="137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634F596-63DF-4AD9-A78B-E450C588D3B9}"/>
              </a:ext>
            </a:extLst>
          </p:cNvPr>
          <p:cNvCxnSpPr>
            <a:cxnSpLocks/>
          </p:cNvCxnSpPr>
          <p:nvPr/>
        </p:nvCxnSpPr>
        <p:spPr>
          <a:xfrm>
            <a:off x="6186219" y="4392272"/>
            <a:ext cx="4882834" cy="19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AF1C9A87-399B-4E1D-966D-AEFB0D45D39F}"/>
              </a:ext>
            </a:extLst>
          </p:cNvPr>
          <p:cNvCxnSpPr/>
          <p:nvPr/>
        </p:nvCxnSpPr>
        <p:spPr>
          <a:xfrm>
            <a:off x="11069053" y="4407887"/>
            <a:ext cx="0" cy="440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1B57F206-63BB-4115-9074-21B37D6E2608}"/>
              </a:ext>
            </a:extLst>
          </p:cNvPr>
          <p:cNvSpPr/>
          <p:nvPr/>
        </p:nvSpPr>
        <p:spPr>
          <a:xfrm>
            <a:off x="11056382" y="4839833"/>
            <a:ext cx="127755" cy="249002"/>
          </a:xfrm>
          <a:custGeom>
            <a:avLst/>
            <a:gdLst>
              <a:gd name="connsiteX0" fmla="*/ 12671 w 127755"/>
              <a:gd name="connsiteY0" fmla="*/ 0 h 249002"/>
              <a:gd name="connsiteX1" fmla="*/ 23133 w 127755"/>
              <a:gd name="connsiteY1" fmla="*/ 2093 h 249002"/>
              <a:gd name="connsiteX2" fmla="*/ 31503 w 127755"/>
              <a:gd name="connsiteY2" fmla="*/ 6278 h 249002"/>
              <a:gd name="connsiteX3" fmla="*/ 44057 w 127755"/>
              <a:gd name="connsiteY3" fmla="*/ 10463 h 249002"/>
              <a:gd name="connsiteX4" fmla="*/ 50335 w 127755"/>
              <a:gd name="connsiteY4" fmla="*/ 12555 h 249002"/>
              <a:gd name="connsiteX5" fmla="*/ 56612 w 127755"/>
              <a:gd name="connsiteY5" fmla="*/ 14648 h 249002"/>
              <a:gd name="connsiteX6" fmla="*/ 81721 w 127755"/>
              <a:gd name="connsiteY6" fmla="*/ 18832 h 249002"/>
              <a:gd name="connsiteX7" fmla="*/ 87999 w 127755"/>
              <a:gd name="connsiteY7" fmla="*/ 20925 h 249002"/>
              <a:gd name="connsiteX8" fmla="*/ 81721 w 127755"/>
              <a:gd name="connsiteY8" fmla="*/ 31387 h 249002"/>
              <a:gd name="connsiteX9" fmla="*/ 56612 w 127755"/>
              <a:gd name="connsiteY9" fmla="*/ 43942 h 249002"/>
              <a:gd name="connsiteX10" fmla="*/ 39872 w 127755"/>
              <a:gd name="connsiteY10" fmla="*/ 52312 h 249002"/>
              <a:gd name="connsiteX11" fmla="*/ 31503 w 127755"/>
              <a:gd name="connsiteY11" fmla="*/ 56497 h 249002"/>
              <a:gd name="connsiteX12" fmla="*/ 18948 w 127755"/>
              <a:gd name="connsiteY12" fmla="*/ 64866 h 249002"/>
              <a:gd name="connsiteX13" fmla="*/ 12671 w 127755"/>
              <a:gd name="connsiteY13" fmla="*/ 66959 h 249002"/>
              <a:gd name="connsiteX14" fmla="*/ 6393 w 127755"/>
              <a:gd name="connsiteY14" fmla="*/ 75329 h 249002"/>
              <a:gd name="connsiteX15" fmla="*/ 116 w 127755"/>
              <a:gd name="connsiteY15" fmla="*/ 77421 h 249002"/>
              <a:gd name="connsiteX16" fmla="*/ 8486 w 127755"/>
              <a:gd name="connsiteY16" fmla="*/ 79513 h 249002"/>
              <a:gd name="connsiteX17" fmla="*/ 29410 w 127755"/>
              <a:gd name="connsiteY17" fmla="*/ 83698 h 249002"/>
              <a:gd name="connsiteX18" fmla="*/ 50335 w 127755"/>
              <a:gd name="connsiteY18" fmla="*/ 87883 h 249002"/>
              <a:gd name="connsiteX19" fmla="*/ 62889 w 127755"/>
              <a:gd name="connsiteY19" fmla="*/ 94161 h 249002"/>
              <a:gd name="connsiteX20" fmla="*/ 71259 w 127755"/>
              <a:gd name="connsiteY20" fmla="*/ 98345 h 249002"/>
              <a:gd name="connsiteX21" fmla="*/ 90091 w 127755"/>
              <a:gd name="connsiteY21" fmla="*/ 100438 h 249002"/>
              <a:gd name="connsiteX22" fmla="*/ 100553 w 127755"/>
              <a:gd name="connsiteY22" fmla="*/ 104623 h 249002"/>
              <a:gd name="connsiteX23" fmla="*/ 104738 w 127755"/>
              <a:gd name="connsiteY23" fmla="*/ 108808 h 249002"/>
              <a:gd name="connsiteX24" fmla="*/ 98461 w 127755"/>
              <a:gd name="connsiteY24" fmla="*/ 112993 h 249002"/>
              <a:gd name="connsiteX25" fmla="*/ 90091 w 127755"/>
              <a:gd name="connsiteY25" fmla="*/ 117178 h 249002"/>
              <a:gd name="connsiteX26" fmla="*/ 73352 w 127755"/>
              <a:gd name="connsiteY26" fmla="*/ 129732 h 249002"/>
              <a:gd name="connsiteX27" fmla="*/ 58704 w 127755"/>
              <a:gd name="connsiteY27" fmla="*/ 136010 h 249002"/>
              <a:gd name="connsiteX28" fmla="*/ 39872 w 127755"/>
              <a:gd name="connsiteY28" fmla="*/ 144379 h 249002"/>
              <a:gd name="connsiteX29" fmla="*/ 27318 w 127755"/>
              <a:gd name="connsiteY29" fmla="*/ 150657 h 249002"/>
              <a:gd name="connsiteX30" fmla="*/ 25225 w 127755"/>
              <a:gd name="connsiteY30" fmla="*/ 161119 h 249002"/>
              <a:gd name="connsiteX31" fmla="*/ 10578 w 127755"/>
              <a:gd name="connsiteY31" fmla="*/ 163211 h 249002"/>
              <a:gd name="connsiteX32" fmla="*/ 29410 w 127755"/>
              <a:gd name="connsiteY32" fmla="*/ 169489 h 249002"/>
              <a:gd name="connsiteX33" fmla="*/ 41965 w 127755"/>
              <a:gd name="connsiteY33" fmla="*/ 175766 h 249002"/>
              <a:gd name="connsiteX34" fmla="*/ 56612 w 127755"/>
              <a:gd name="connsiteY34" fmla="*/ 177859 h 249002"/>
              <a:gd name="connsiteX35" fmla="*/ 67074 w 127755"/>
              <a:gd name="connsiteY35" fmla="*/ 179951 h 249002"/>
              <a:gd name="connsiteX36" fmla="*/ 83814 w 127755"/>
              <a:gd name="connsiteY36" fmla="*/ 186228 h 249002"/>
              <a:gd name="connsiteX37" fmla="*/ 90091 w 127755"/>
              <a:gd name="connsiteY37" fmla="*/ 188321 h 249002"/>
              <a:gd name="connsiteX38" fmla="*/ 106831 w 127755"/>
              <a:gd name="connsiteY38" fmla="*/ 192506 h 249002"/>
              <a:gd name="connsiteX39" fmla="*/ 127755 w 127755"/>
              <a:gd name="connsiteY39" fmla="*/ 196691 h 249002"/>
              <a:gd name="connsiteX40" fmla="*/ 125663 w 127755"/>
              <a:gd name="connsiteY40" fmla="*/ 202968 h 249002"/>
              <a:gd name="connsiteX41" fmla="*/ 108923 w 127755"/>
              <a:gd name="connsiteY41" fmla="*/ 211338 h 249002"/>
              <a:gd name="connsiteX42" fmla="*/ 92184 w 127755"/>
              <a:gd name="connsiteY42" fmla="*/ 217615 h 249002"/>
              <a:gd name="connsiteX43" fmla="*/ 79629 w 127755"/>
              <a:gd name="connsiteY43" fmla="*/ 223892 h 249002"/>
              <a:gd name="connsiteX44" fmla="*/ 62889 w 127755"/>
              <a:gd name="connsiteY44" fmla="*/ 228077 h 249002"/>
              <a:gd name="connsiteX45" fmla="*/ 44057 w 127755"/>
              <a:gd name="connsiteY45" fmla="*/ 234355 h 249002"/>
              <a:gd name="connsiteX46" fmla="*/ 37780 w 127755"/>
              <a:gd name="connsiteY46" fmla="*/ 236447 h 249002"/>
              <a:gd name="connsiteX47" fmla="*/ 12671 w 127755"/>
              <a:gd name="connsiteY47" fmla="*/ 240632 h 249002"/>
              <a:gd name="connsiteX48" fmla="*/ 8486 w 127755"/>
              <a:gd name="connsiteY48" fmla="*/ 249002 h 249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27755" h="249002">
                <a:moveTo>
                  <a:pt x="12671" y="0"/>
                </a:moveTo>
                <a:cubicBezTo>
                  <a:pt x="16158" y="698"/>
                  <a:pt x="19759" y="968"/>
                  <a:pt x="23133" y="2093"/>
                </a:cubicBezTo>
                <a:cubicBezTo>
                  <a:pt x="26092" y="3080"/>
                  <a:pt x="28607" y="5119"/>
                  <a:pt x="31503" y="6278"/>
                </a:cubicBezTo>
                <a:cubicBezTo>
                  <a:pt x="35599" y="7916"/>
                  <a:pt x="39872" y="9068"/>
                  <a:pt x="44057" y="10463"/>
                </a:cubicBezTo>
                <a:lnTo>
                  <a:pt x="50335" y="12555"/>
                </a:lnTo>
                <a:cubicBezTo>
                  <a:pt x="52427" y="13252"/>
                  <a:pt x="54429" y="14336"/>
                  <a:pt x="56612" y="14648"/>
                </a:cubicBezTo>
                <a:cubicBezTo>
                  <a:pt x="64874" y="15828"/>
                  <a:pt x="73565" y="16793"/>
                  <a:pt x="81721" y="18832"/>
                </a:cubicBezTo>
                <a:cubicBezTo>
                  <a:pt x="83861" y="19367"/>
                  <a:pt x="85906" y="20227"/>
                  <a:pt x="87999" y="20925"/>
                </a:cubicBezTo>
                <a:cubicBezTo>
                  <a:pt x="85906" y="24412"/>
                  <a:pt x="84597" y="28511"/>
                  <a:pt x="81721" y="31387"/>
                </a:cubicBezTo>
                <a:cubicBezTo>
                  <a:pt x="76301" y="36807"/>
                  <a:pt x="62462" y="40751"/>
                  <a:pt x="56612" y="43942"/>
                </a:cubicBezTo>
                <a:cubicBezTo>
                  <a:pt x="22684" y="62448"/>
                  <a:pt x="70804" y="40711"/>
                  <a:pt x="39872" y="52312"/>
                </a:cubicBezTo>
                <a:cubicBezTo>
                  <a:pt x="36952" y="53407"/>
                  <a:pt x="34178" y="54892"/>
                  <a:pt x="31503" y="56497"/>
                </a:cubicBezTo>
                <a:cubicBezTo>
                  <a:pt x="27190" y="59085"/>
                  <a:pt x="23719" y="63275"/>
                  <a:pt x="18948" y="64866"/>
                </a:cubicBezTo>
                <a:lnTo>
                  <a:pt x="12671" y="66959"/>
                </a:lnTo>
                <a:cubicBezTo>
                  <a:pt x="10578" y="69749"/>
                  <a:pt x="9072" y="73096"/>
                  <a:pt x="6393" y="75329"/>
                </a:cubicBezTo>
                <a:cubicBezTo>
                  <a:pt x="4699" y="76741"/>
                  <a:pt x="-871" y="75449"/>
                  <a:pt x="116" y="77421"/>
                </a:cubicBezTo>
                <a:cubicBezTo>
                  <a:pt x="1403" y="79993"/>
                  <a:pt x="5674" y="78910"/>
                  <a:pt x="8486" y="79513"/>
                </a:cubicBezTo>
                <a:cubicBezTo>
                  <a:pt x="15441" y="81003"/>
                  <a:pt x="22510" y="81973"/>
                  <a:pt x="29410" y="83698"/>
                </a:cubicBezTo>
                <a:cubicBezTo>
                  <a:pt x="41896" y="86820"/>
                  <a:pt x="34943" y="85318"/>
                  <a:pt x="50335" y="87883"/>
                </a:cubicBezTo>
                <a:cubicBezTo>
                  <a:pt x="62391" y="95921"/>
                  <a:pt x="50767" y="88966"/>
                  <a:pt x="62889" y="94161"/>
                </a:cubicBezTo>
                <a:cubicBezTo>
                  <a:pt x="65756" y="95390"/>
                  <a:pt x="68220" y="97644"/>
                  <a:pt x="71259" y="98345"/>
                </a:cubicBezTo>
                <a:cubicBezTo>
                  <a:pt x="77413" y="99765"/>
                  <a:pt x="83814" y="99740"/>
                  <a:pt x="90091" y="100438"/>
                </a:cubicBezTo>
                <a:cubicBezTo>
                  <a:pt x="93578" y="101833"/>
                  <a:pt x="96929" y="103635"/>
                  <a:pt x="100553" y="104623"/>
                </a:cubicBezTo>
                <a:cubicBezTo>
                  <a:pt x="112821" y="107969"/>
                  <a:pt x="119341" y="105156"/>
                  <a:pt x="104738" y="108808"/>
                </a:cubicBezTo>
                <a:cubicBezTo>
                  <a:pt x="102646" y="110203"/>
                  <a:pt x="100644" y="111745"/>
                  <a:pt x="98461" y="112993"/>
                </a:cubicBezTo>
                <a:cubicBezTo>
                  <a:pt x="95753" y="114541"/>
                  <a:pt x="92686" y="115448"/>
                  <a:pt x="90091" y="117178"/>
                </a:cubicBezTo>
                <a:cubicBezTo>
                  <a:pt x="84288" y="121047"/>
                  <a:pt x="79969" y="127526"/>
                  <a:pt x="73352" y="129732"/>
                </a:cubicBezTo>
                <a:cubicBezTo>
                  <a:pt x="68230" y="131440"/>
                  <a:pt x="63228" y="132778"/>
                  <a:pt x="58704" y="136010"/>
                </a:cubicBezTo>
                <a:cubicBezTo>
                  <a:pt x="44587" y="146094"/>
                  <a:pt x="62286" y="140644"/>
                  <a:pt x="39872" y="144379"/>
                </a:cubicBezTo>
                <a:cubicBezTo>
                  <a:pt x="36650" y="145453"/>
                  <a:pt x="29227" y="147317"/>
                  <a:pt x="27318" y="150657"/>
                </a:cubicBezTo>
                <a:cubicBezTo>
                  <a:pt x="25553" y="153745"/>
                  <a:pt x="28070" y="158985"/>
                  <a:pt x="25225" y="161119"/>
                </a:cubicBezTo>
                <a:cubicBezTo>
                  <a:pt x="21279" y="164078"/>
                  <a:pt x="15460" y="162514"/>
                  <a:pt x="10578" y="163211"/>
                </a:cubicBezTo>
                <a:cubicBezTo>
                  <a:pt x="16855" y="165304"/>
                  <a:pt x="23904" y="165819"/>
                  <a:pt x="29410" y="169489"/>
                </a:cubicBezTo>
                <a:cubicBezTo>
                  <a:pt x="34702" y="173016"/>
                  <a:pt x="35776" y="174528"/>
                  <a:pt x="41965" y="175766"/>
                </a:cubicBezTo>
                <a:cubicBezTo>
                  <a:pt x="46801" y="176733"/>
                  <a:pt x="51747" y="177048"/>
                  <a:pt x="56612" y="177859"/>
                </a:cubicBezTo>
                <a:cubicBezTo>
                  <a:pt x="60120" y="178444"/>
                  <a:pt x="63587" y="179254"/>
                  <a:pt x="67074" y="179951"/>
                </a:cubicBezTo>
                <a:cubicBezTo>
                  <a:pt x="77410" y="186841"/>
                  <a:pt x="69333" y="182607"/>
                  <a:pt x="83814" y="186228"/>
                </a:cubicBezTo>
                <a:cubicBezTo>
                  <a:pt x="85954" y="186763"/>
                  <a:pt x="87963" y="187741"/>
                  <a:pt x="90091" y="188321"/>
                </a:cubicBezTo>
                <a:cubicBezTo>
                  <a:pt x="95640" y="189835"/>
                  <a:pt x="101216" y="191258"/>
                  <a:pt x="106831" y="192506"/>
                </a:cubicBezTo>
                <a:cubicBezTo>
                  <a:pt x="113774" y="194049"/>
                  <a:pt x="127755" y="196691"/>
                  <a:pt x="127755" y="196691"/>
                </a:cubicBezTo>
                <a:cubicBezTo>
                  <a:pt x="127058" y="198783"/>
                  <a:pt x="127404" y="201614"/>
                  <a:pt x="125663" y="202968"/>
                </a:cubicBezTo>
                <a:cubicBezTo>
                  <a:pt x="120739" y="206798"/>
                  <a:pt x="114503" y="208548"/>
                  <a:pt x="108923" y="211338"/>
                </a:cubicBezTo>
                <a:cubicBezTo>
                  <a:pt x="97981" y="216809"/>
                  <a:pt x="103579" y="214767"/>
                  <a:pt x="92184" y="217615"/>
                </a:cubicBezTo>
                <a:cubicBezTo>
                  <a:pt x="87999" y="219707"/>
                  <a:pt x="84035" y="222318"/>
                  <a:pt x="79629" y="223892"/>
                </a:cubicBezTo>
                <a:cubicBezTo>
                  <a:pt x="74212" y="225826"/>
                  <a:pt x="62889" y="228077"/>
                  <a:pt x="62889" y="228077"/>
                </a:cubicBezTo>
                <a:cubicBezTo>
                  <a:pt x="51969" y="235358"/>
                  <a:pt x="60971" y="230596"/>
                  <a:pt x="44057" y="234355"/>
                </a:cubicBezTo>
                <a:cubicBezTo>
                  <a:pt x="41904" y="234833"/>
                  <a:pt x="39920" y="235912"/>
                  <a:pt x="37780" y="236447"/>
                </a:cubicBezTo>
                <a:cubicBezTo>
                  <a:pt x="29612" y="238489"/>
                  <a:pt x="20951" y="239449"/>
                  <a:pt x="12671" y="240632"/>
                </a:cubicBezTo>
                <a:cubicBezTo>
                  <a:pt x="5695" y="247607"/>
                  <a:pt x="4300" y="244816"/>
                  <a:pt x="8486" y="24900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A1C3F2B-1FBF-4537-865F-22192F7EC601}"/>
              </a:ext>
            </a:extLst>
          </p:cNvPr>
          <p:cNvCxnSpPr>
            <a:stCxn id="117" idx="48"/>
          </p:cNvCxnSpPr>
          <p:nvPr/>
        </p:nvCxnSpPr>
        <p:spPr>
          <a:xfrm flipH="1">
            <a:off x="11056382" y="5088835"/>
            <a:ext cx="8486" cy="449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C7FB571C-CE61-45F4-BFE5-7D432B9F3610}"/>
              </a:ext>
            </a:extLst>
          </p:cNvPr>
          <p:cNvCxnSpPr/>
          <p:nvPr/>
        </p:nvCxnSpPr>
        <p:spPr>
          <a:xfrm>
            <a:off x="10964314" y="5538711"/>
            <a:ext cx="1841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922F5D7D-9C9D-4BB9-A988-754ECCC227D2}"/>
              </a:ext>
            </a:extLst>
          </p:cNvPr>
          <p:cNvCxnSpPr/>
          <p:nvPr/>
        </p:nvCxnSpPr>
        <p:spPr>
          <a:xfrm flipH="1">
            <a:off x="10905842" y="5538711"/>
            <a:ext cx="64866" cy="1046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C223DCED-D997-49F1-83AB-5F146C0028D1}"/>
              </a:ext>
            </a:extLst>
          </p:cNvPr>
          <p:cNvCxnSpPr/>
          <p:nvPr/>
        </p:nvCxnSpPr>
        <p:spPr>
          <a:xfrm flipH="1">
            <a:off x="10951876" y="5538711"/>
            <a:ext cx="73235" cy="1046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52A40188-AF08-4019-9093-5C3E254D0E84}"/>
              </a:ext>
            </a:extLst>
          </p:cNvPr>
          <p:cNvCxnSpPr/>
          <p:nvPr/>
        </p:nvCxnSpPr>
        <p:spPr>
          <a:xfrm flipH="1">
            <a:off x="10993724" y="5538711"/>
            <a:ext cx="71144" cy="1046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0639B5AA-CBBD-4296-ADD2-40DC12345F8C}"/>
              </a:ext>
            </a:extLst>
          </p:cNvPr>
          <p:cNvCxnSpPr/>
          <p:nvPr/>
        </p:nvCxnSpPr>
        <p:spPr>
          <a:xfrm flipH="1">
            <a:off x="11092070" y="5538711"/>
            <a:ext cx="56379" cy="1046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595BDF0-7592-469C-AEF4-F54C531A3054}"/>
              </a:ext>
            </a:extLst>
          </p:cNvPr>
          <p:cNvCxnSpPr/>
          <p:nvPr/>
        </p:nvCxnSpPr>
        <p:spPr>
          <a:xfrm flipH="1">
            <a:off x="11056382" y="5538711"/>
            <a:ext cx="50335" cy="89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0BFFF4A9-2E3F-497F-AAAB-B80D40EE5788}"/>
              </a:ext>
            </a:extLst>
          </p:cNvPr>
          <p:cNvCxnSpPr>
            <a:endCxn id="22" idx="1"/>
          </p:cNvCxnSpPr>
          <p:nvPr/>
        </p:nvCxnSpPr>
        <p:spPr>
          <a:xfrm>
            <a:off x="7419977" y="1271303"/>
            <a:ext cx="737914" cy="15983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DD35F1D-C20D-450E-B9D5-FA33B30A3E63}"/>
              </a:ext>
            </a:extLst>
          </p:cNvPr>
          <p:cNvCxnSpPr>
            <a:cxnSpLocks/>
          </p:cNvCxnSpPr>
          <p:nvPr/>
        </p:nvCxnSpPr>
        <p:spPr>
          <a:xfrm flipH="1">
            <a:off x="7786266" y="1431134"/>
            <a:ext cx="3067" cy="400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0FE80161-0FC9-4C21-BEE1-75899848431A}"/>
              </a:ext>
            </a:extLst>
          </p:cNvPr>
          <p:cNvCxnSpPr>
            <a:cxnSpLocks/>
          </p:cNvCxnSpPr>
          <p:nvPr/>
        </p:nvCxnSpPr>
        <p:spPr>
          <a:xfrm flipV="1">
            <a:off x="7786266" y="1818796"/>
            <a:ext cx="1368827" cy="12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821E799-C28B-4978-8D77-67CB12C46CE2}"/>
              </a:ext>
            </a:extLst>
          </p:cNvPr>
          <p:cNvCxnSpPr>
            <a:cxnSpLocks/>
          </p:cNvCxnSpPr>
          <p:nvPr/>
        </p:nvCxnSpPr>
        <p:spPr>
          <a:xfrm>
            <a:off x="8634141" y="1253067"/>
            <a:ext cx="8003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03D311A8-4786-4730-B0CB-46B93B30201E}"/>
              </a:ext>
            </a:extLst>
          </p:cNvPr>
          <p:cNvCxnSpPr>
            <a:cxnSpLocks/>
          </p:cNvCxnSpPr>
          <p:nvPr/>
        </p:nvCxnSpPr>
        <p:spPr>
          <a:xfrm flipV="1">
            <a:off x="9156564" y="1479714"/>
            <a:ext cx="0" cy="3516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BCA4850F-8D39-4B22-AAAB-1A3E728EECAB}"/>
              </a:ext>
            </a:extLst>
          </p:cNvPr>
          <p:cNvCxnSpPr/>
          <p:nvPr/>
        </p:nvCxnSpPr>
        <p:spPr>
          <a:xfrm>
            <a:off x="9156564" y="1484923"/>
            <a:ext cx="2477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28FA1F1C-89B2-4AB2-8D21-F1D4A6C91D71}"/>
              </a:ext>
            </a:extLst>
          </p:cNvPr>
          <p:cNvCxnSpPr/>
          <p:nvPr/>
        </p:nvCxnSpPr>
        <p:spPr>
          <a:xfrm>
            <a:off x="6843672" y="1299959"/>
            <a:ext cx="1000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98B3B18-AC41-4F67-8DFD-C17367703CB9}"/>
              </a:ext>
            </a:extLst>
          </p:cNvPr>
          <p:cNvCxnSpPr/>
          <p:nvPr/>
        </p:nvCxnSpPr>
        <p:spPr>
          <a:xfrm>
            <a:off x="6841067" y="1562100"/>
            <a:ext cx="1026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EB63ED16-612C-4D7E-BF67-2C8F2106F32B}"/>
              </a:ext>
            </a:extLst>
          </p:cNvPr>
          <p:cNvCxnSpPr/>
          <p:nvPr/>
        </p:nvCxnSpPr>
        <p:spPr>
          <a:xfrm>
            <a:off x="8055056" y="1271303"/>
            <a:ext cx="102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34A0F8A4-94E5-4397-84FC-D29E41CE6A07}"/>
              </a:ext>
            </a:extLst>
          </p:cNvPr>
          <p:cNvCxnSpPr>
            <a:cxnSpLocks/>
          </p:cNvCxnSpPr>
          <p:nvPr/>
        </p:nvCxnSpPr>
        <p:spPr>
          <a:xfrm>
            <a:off x="8052451" y="1603072"/>
            <a:ext cx="1054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11CAB641-363E-4C60-86B7-09C96C5BA16F}"/>
              </a:ext>
            </a:extLst>
          </p:cNvPr>
          <p:cNvCxnSpPr/>
          <p:nvPr/>
        </p:nvCxnSpPr>
        <p:spPr>
          <a:xfrm>
            <a:off x="8052451" y="1479714"/>
            <a:ext cx="0" cy="1233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Freeform: Shape 167">
            <a:extLst>
              <a:ext uri="{FF2B5EF4-FFF2-40B4-BE49-F238E27FC236}">
                <a16:creationId xmlns:a16="http://schemas.microsoft.com/office/drawing/2014/main" id="{C3114B18-C82D-4E51-861A-843624268936}"/>
              </a:ext>
            </a:extLst>
          </p:cNvPr>
          <p:cNvSpPr/>
          <p:nvPr/>
        </p:nvSpPr>
        <p:spPr>
          <a:xfrm>
            <a:off x="8014101" y="1398954"/>
            <a:ext cx="38350" cy="83364"/>
          </a:xfrm>
          <a:custGeom>
            <a:avLst/>
            <a:gdLst>
              <a:gd name="connsiteX0" fmla="*/ 35745 w 38350"/>
              <a:gd name="connsiteY0" fmla="*/ 0 h 83364"/>
              <a:gd name="connsiteX1" fmla="*/ 20114 w 38350"/>
              <a:gd name="connsiteY1" fmla="*/ 2605 h 83364"/>
              <a:gd name="connsiteX2" fmla="*/ 14904 w 38350"/>
              <a:gd name="connsiteY2" fmla="*/ 13025 h 83364"/>
              <a:gd name="connsiteX3" fmla="*/ 7089 w 38350"/>
              <a:gd name="connsiteY3" fmla="*/ 18236 h 83364"/>
              <a:gd name="connsiteX4" fmla="*/ 4484 w 38350"/>
              <a:gd name="connsiteY4" fmla="*/ 57313 h 83364"/>
              <a:gd name="connsiteX5" fmla="*/ 12299 w 38350"/>
              <a:gd name="connsiteY5" fmla="*/ 62523 h 83364"/>
              <a:gd name="connsiteX6" fmla="*/ 27930 w 38350"/>
              <a:gd name="connsiteY6" fmla="*/ 67733 h 83364"/>
              <a:gd name="connsiteX7" fmla="*/ 35745 w 38350"/>
              <a:gd name="connsiteY7" fmla="*/ 75549 h 83364"/>
              <a:gd name="connsiteX8" fmla="*/ 38350 w 38350"/>
              <a:gd name="connsiteY8" fmla="*/ 83364 h 8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350" h="83364">
                <a:moveTo>
                  <a:pt x="35745" y="0"/>
                </a:moveTo>
                <a:cubicBezTo>
                  <a:pt x="30535" y="868"/>
                  <a:pt x="24593" y="-194"/>
                  <a:pt x="20114" y="2605"/>
                </a:cubicBezTo>
                <a:cubicBezTo>
                  <a:pt x="16821" y="4663"/>
                  <a:pt x="17390" y="10042"/>
                  <a:pt x="14904" y="13025"/>
                </a:cubicBezTo>
                <a:cubicBezTo>
                  <a:pt x="12900" y="15430"/>
                  <a:pt x="9694" y="16499"/>
                  <a:pt x="7089" y="18236"/>
                </a:cubicBezTo>
                <a:cubicBezTo>
                  <a:pt x="-645" y="33701"/>
                  <a:pt x="-2838" y="33516"/>
                  <a:pt x="4484" y="57313"/>
                </a:cubicBezTo>
                <a:cubicBezTo>
                  <a:pt x="5405" y="60305"/>
                  <a:pt x="9438" y="61251"/>
                  <a:pt x="12299" y="62523"/>
                </a:cubicBezTo>
                <a:cubicBezTo>
                  <a:pt x="17318" y="64753"/>
                  <a:pt x="27930" y="67733"/>
                  <a:pt x="27930" y="67733"/>
                </a:cubicBezTo>
                <a:cubicBezTo>
                  <a:pt x="30535" y="70338"/>
                  <a:pt x="33701" y="72483"/>
                  <a:pt x="35745" y="75549"/>
                </a:cubicBezTo>
                <a:cubicBezTo>
                  <a:pt x="37268" y="77834"/>
                  <a:pt x="38350" y="83364"/>
                  <a:pt x="38350" y="83364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DF65588E-C135-4899-ADE6-BF266A4539E7}"/>
              </a:ext>
            </a:extLst>
          </p:cNvPr>
          <p:cNvCxnSpPr>
            <a:cxnSpLocks/>
          </p:cNvCxnSpPr>
          <p:nvPr/>
        </p:nvCxnSpPr>
        <p:spPr>
          <a:xfrm>
            <a:off x="6841067" y="1299959"/>
            <a:ext cx="0" cy="76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28D3C6CC-2AB9-467C-A4F7-86CEF0A5BAFD}"/>
              </a:ext>
            </a:extLst>
          </p:cNvPr>
          <p:cNvCxnSpPr/>
          <p:nvPr/>
        </p:nvCxnSpPr>
        <p:spPr>
          <a:xfrm>
            <a:off x="6841067" y="1440636"/>
            <a:ext cx="0" cy="121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0270315F-ECF1-4578-A745-CB1D9D7FCF3A}"/>
              </a:ext>
            </a:extLst>
          </p:cNvPr>
          <p:cNvSpPr/>
          <p:nvPr/>
        </p:nvSpPr>
        <p:spPr>
          <a:xfrm>
            <a:off x="6808092" y="1375508"/>
            <a:ext cx="35580" cy="70338"/>
          </a:xfrm>
          <a:custGeom>
            <a:avLst/>
            <a:gdLst>
              <a:gd name="connsiteX0" fmla="*/ 35580 w 35580"/>
              <a:gd name="connsiteY0" fmla="*/ 0 h 70338"/>
              <a:gd name="connsiteX1" fmla="*/ 17344 w 35580"/>
              <a:gd name="connsiteY1" fmla="*/ 2605 h 70338"/>
              <a:gd name="connsiteX2" fmla="*/ 4318 w 35580"/>
              <a:gd name="connsiteY2" fmla="*/ 15630 h 70338"/>
              <a:gd name="connsiteX3" fmla="*/ 4318 w 35580"/>
              <a:gd name="connsiteY3" fmla="*/ 59918 h 70338"/>
              <a:gd name="connsiteX4" fmla="*/ 17344 w 35580"/>
              <a:gd name="connsiteY4" fmla="*/ 67733 h 70338"/>
              <a:gd name="connsiteX5" fmla="*/ 30370 w 35580"/>
              <a:gd name="connsiteY5" fmla="*/ 70338 h 70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580" h="70338">
                <a:moveTo>
                  <a:pt x="35580" y="0"/>
                </a:moveTo>
                <a:cubicBezTo>
                  <a:pt x="29501" y="868"/>
                  <a:pt x="22836" y="-141"/>
                  <a:pt x="17344" y="2605"/>
                </a:cubicBezTo>
                <a:cubicBezTo>
                  <a:pt x="11852" y="5351"/>
                  <a:pt x="4318" y="15630"/>
                  <a:pt x="4318" y="15630"/>
                </a:cubicBezTo>
                <a:cubicBezTo>
                  <a:pt x="-1484" y="33040"/>
                  <a:pt x="-1396" y="29447"/>
                  <a:pt x="4318" y="59918"/>
                </a:cubicBezTo>
                <a:cubicBezTo>
                  <a:pt x="5224" y="64752"/>
                  <a:pt x="14182" y="66943"/>
                  <a:pt x="17344" y="67733"/>
                </a:cubicBezTo>
                <a:cubicBezTo>
                  <a:pt x="21640" y="68807"/>
                  <a:pt x="30370" y="70338"/>
                  <a:pt x="30370" y="703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43F0A9A6-C9C3-474A-8C2E-701A9336EC92}"/>
              </a:ext>
            </a:extLst>
          </p:cNvPr>
          <p:cNvCxnSpPr>
            <a:cxnSpLocks/>
          </p:cNvCxnSpPr>
          <p:nvPr/>
        </p:nvCxnSpPr>
        <p:spPr>
          <a:xfrm flipV="1">
            <a:off x="6841067" y="892976"/>
            <a:ext cx="0" cy="406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14EC99BD-3C66-4561-90E2-F1CEF6918EB1}"/>
              </a:ext>
            </a:extLst>
          </p:cNvPr>
          <p:cNvCxnSpPr>
            <a:cxnSpLocks/>
          </p:cNvCxnSpPr>
          <p:nvPr/>
        </p:nvCxnSpPr>
        <p:spPr>
          <a:xfrm>
            <a:off x="6841067" y="982133"/>
            <a:ext cx="12113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131639F0-F172-499A-A210-168E7658470E}"/>
              </a:ext>
            </a:extLst>
          </p:cNvPr>
          <p:cNvCxnSpPr>
            <a:cxnSpLocks/>
          </p:cNvCxnSpPr>
          <p:nvPr/>
        </p:nvCxnSpPr>
        <p:spPr>
          <a:xfrm>
            <a:off x="8052451" y="968162"/>
            <a:ext cx="0" cy="4307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Isosceles Triangle 182">
            <a:extLst>
              <a:ext uri="{FF2B5EF4-FFF2-40B4-BE49-F238E27FC236}">
                <a16:creationId xmlns:a16="http://schemas.microsoft.com/office/drawing/2014/main" id="{DDF1EA30-5D33-4ADB-BCFE-FFDA4CC1104E}"/>
              </a:ext>
            </a:extLst>
          </p:cNvPr>
          <p:cNvSpPr/>
          <p:nvPr/>
        </p:nvSpPr>
        <p:spPr>
          <a:xfrm rot="5400000">
            <a:off x="10631528" y="1049867"/>
            <a:ext cx="98992" cy="93784"/>
          </a:xfrm>
          <a:prstGeom prst="triangl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5" name="Isosceles Triangle 184">
            <a:extLst>
              <a:ext uri="{FF2B5EF4-FFF2-40B4-BE49-F238E27FC236}">
                <a16:creationId xmlns:a16="http://schemas.microsoft.com/office/drawing/2014/main" id="{DF98CA75-39F8-4AD8-8C37-78C3F7681410}"/>
              </a:ext>
            </a:extLst>
          </p:cNvPr>
          <p:cNvSpPr/>
          <p:nvPr/>
        </p:nvSpPr>
        <p:spPr>
          <a:xfrm rot="5400000">
            <a:off x="10631528" y="1202267"/>
            <a:ext cx="98992" cy="9378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6" name="Isosceles Triangle 185">
            <a:extLst>
              <a:ext uri="{FF2B5EF4-FFF2-40B4-BE49-F238E27FC236}">
                <a16:creationId xmlns:a16="http://schemas.microsoft.com/office/drawing/2014/main" id="{BC8FD3CF-6586-4D37-9FA9-116F83A62FF7}"/>
              </a:ext>
            </a:extLst>
          </p:cNvPr>
          <p:cNvSpPr/>
          <p:nvPr/>
        </p:nvSpPr>
        <p:spPr>
          <a:xfrm rot="5400000">
            <a:off x="10631528" y="1366582"/>
            <a:ext cx="98992" cy="93784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7" name="Isosceles Triangle 186">
            <a:extLst>
              <a:ext uri="{FF2B5EF4-FFF2-40B4-BE49-F238E27FC236}">
                <a16:creationId xmlns:a16="http://schemas.microsoft.com/office/drawing/2014/main" id="{65B15697-B911-42CF-9C1A-D54B5461E7AA}"/>
              </a:ext>
            </a:extLst>
          </p:cNvPr>
          <p:cNvSpPr/>
          <p:nvPr/>
        </p:nvSpPr>
        <p:spPr>
          <a:xfrm rot="5400000">
            <a:off x="10631528" y="1523201"/>
            <a:ext cx="98992" cy="93784"/>
          </a:xfrm>
          <a:prstGeom prst="triangle">
            <a:avLst/>
          </a:prstGeom>
          <a:solidFill>
            <a:srgbClr val="14BD0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63427D1F-B104-4A93-9C26-7281816B4D41}"/>
              </a:ext>
            </a:extLst>
          </p:cNvPr>
          <p:cNvCxnSpPr/>
          <p:nvPr/>
        </p:nvCxnSpPr>
        <p:spPr>
          <a:xfrm>
            <a:off x="10727916" y="1047263"/>
            <a:ext cx="0" cy="867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AD759D5C-3EAD-458E-A20C-36F5B2E3A771}"/>
              </a:ext>
            </a:extLst>
          </p:cNvPr>
          <p:cNvCxnSpPr/>
          <p:nvPr/>
        </p:nvCxnSpPr>
        <p:spPr>
          <a:xfrm>
            <a:off x="10727916" y="1199663"/>
            <a:ext cx="0" cy="98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F2A08A69-365D-4481-AEF3-399062568BBB}"/>
              </a:ext>
            </a:extLst>
          </p:cNvPr>
          <p:cNvCxnSpPr/>
          <p:nvPr/>
        </p:nvCxnSpPr>
        <p:spPr>
          <a:xfrm>
            <a:off x="10727916" y="1363978"/>
            <a:ext cx="0" cy="98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ABC93047-FC6F-486B-A0F0-71B7A8D8C261}"/>
              </a:ext>
            </a:extLst>
          </p:cNvPr>
          <p:cNvCxnSpPr/>
          <p:nvPr/>
        </p:nvCxnSpPr>
        <p:spPr>
          <a:xfrm>
            <a:off x="10727916" y="1520597"/>
            <a:ext cx="0" cy="98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DDFF6BF7-E008-4A78-A94D-F6EAD4849A19}"/>
              </a:ext>
            </a:extLst>
          </p:cNvPr>
          <p:cNvCxnSpPr>
            <a:stCxn id="183" idx="0"/>
          </p:cNvCxnSpPr>
          <p:nvPr/>
        </p:nvCxnSpPr>
        <p:spPr>
          <a:xfrm>
            <a:off x="10727916" y="1096759"/>
            <a:ext cx="328465" cy="3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2BA25ED-F56A-42F9-A200-DFED97E070BC}"/>
              </a:ext>
            </a:extLst>
          </p:cNvPr>
          <p:cNvCxnSpPr>
            <a:stCxn id="185" idx="0"/>
          </p:cNvCxnSpPr>
          <p:nvPr/>
        </p:nvCxnSpPr>
        <p:spPr>
          <a:xfrm>
            <a:off x="10727916" y="1249159"/>
            <a:ext cx="328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95298D67-4D77-49CD-B440-1CC3D2CEE4E7}"/>
              </a:ext>
            </a:extLst>
          </p:cNvPr>
          <p:cNvCxnSpPr>
            <a:stCxn id="186" idx="0"/>
          </p:cNvCxnSpPr>
          <p:nvPr/>
        </p:nvCxnSpPr>
        <p:spPr>
          <a:xfrm flipV="1">
            <a:off x="10727916" y="1409374"/>
            <a:ext cx="328465" cy="4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426D85F5-8F3E-4923-B153-A548678DE435}"/>
              </a:ext>
            </a:extLst>
          </p:cNvPr>
          <p:cNvCxnSpPr>
            <a:stCxn id="187" idx="0"/>
          </p:cNvCxnSpPr>
          <p:nvPr/>
        </p:nvCxnSpPr>
        <p:spPr>
          <a:xfrm>
            <a:off x="10727916" y="1570093"/>
            <a:ext cx="328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DBE9F21-FBEB-4748-9669-F9A106F6F51E}"/>
              </a:ext>
            </a:extLst>
          </p:cNvPr>
          <p:cNvCxnSpPr/>
          <p:nvPr/>
        </p:nvCxnSpPr>
        <p:spPr>
          <a:xfrm>
            <a:off x="11056381" y="1098449"/>
            <a:ext cx="0" cy="471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613F40AC-8DAB-447F-907A-D57B1B749270}"/>
              </a:ext>
            </a:extLst>
          </p:cNvPr>
          <p:cNvCxnSpPr/>
          <p:nvPr/>
        </p:nvCxnSpPr>
        <p:spPr>
          <a:xfrm>
            <a:off x="11056381" y="1298655"/>
            <a:ext cx="2394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1EA68474-97FB-4779-B128-8E8901203742}"/>
              </a:ext>
            </a:extLst>
          </p:cNvPr>
          <p:cNvCxnSpPr/>
          <p:nvPr/>
        </p:nvCxnSpPr>
        <p:spPr>
          <a:xfrm>
            <a:off x="11295836" y="1298655"/>
            <a:ext cx="0" cy="1324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Freeform: Shape 211">
            <a:extLst>
              <a:ext uri="{FF2B5EF4-FFF2-40B4-BE49-F238E27FC236}">
                <a16:creationId xmlns:a16="http://schemas.microsoft.com/office/drawing/2014/main" id="{3D11CCF7-3688-47F1-BEBB-90106329295D}"/>
              </a:ext>
            </a:extLst>
          </p:cNvPr>
          <p:cNvSpPr/>
          <p:nvPr/>
        </p:nvSpPr>
        <p:spPr>
          <a:xfrm>
            <a:off x="11295768" y="1431134"/>
            <a:ext cx="45719" cy="150179"/>
          </a:xfrm>
          <a:custGeom>
            <a:avLst/>
            <a:gdLst>
              <a:gd name="connsiteX0" fmla="*/ 5278 w 52170"/>
              <a:gd name="connsiteY0" fmla="*/ 2687 h 151179"/>
              <a:gd name="connsiteX1" fmla="*/ 31329 w 52170"/>
              <a:gd name="connsiteY1" fmla="*/ 2687 h 151179"/>
              <a:gd name="connsiteX2" fmla="*/ 36540 w 52170"/>
              <a:gd name="connsiteY2" fmla="*/ 7897 h 151179"/>
              <a:gd name="connsiteX3" fmla="*/ 28724 w 52170"/>
              <a:gd name="connsiteY3" fmla="*/ 20922 h 151179"/>
              <a:gd name="connsiteX4" fmla="*/ 23514 w 52170"/>
              <a:gd name="connsiteY4" fmla="*/ 28738 h 151179"/>
              <a:gd name="connsiteX5" fmla="*/ 7883 w 52170"/>
              <a:gd name="connsiteY5" fmla="*/ 33948 h 151179"/>
              <a:gd name="connsiteX6" fmla="*/ 68 w 52170"/>
              <a:gd name="connsiteY6" fmla="*/ 39158 h 151179"/>
              <a:gd name="connsiteX7" fmla="*/ 5278 w 52170"/>
              <a:gd name="connsiteY7" fmla="*/ 44369 h 151179"/>
              <a:gd name="connsiteX8" fmla="*/ 26119 w 52170"/>
              <a:gd name="connsiteY8" fmla="*/ 46974 h 151179"/>
              <a:gd name="connsiteX9" fmla="*/ 33935 w 52170"/>
              <a:gd name="connsiteY9" fmla="*/ 49579 h 151179"/>
              <a:gd name="connsiteX10" fmla="*/ 44355 w 52170"/>
              <a:gd name="connsiteY10" fmla="*/ 52184 h 151179"/>
              <a:gd name="connsiteX11" fmla="*/ 52170 w 52170"/>
              <a:gd name="connsiteY11" fmla="*/ 57394 h 151179"/>
              <a:gd name="connsiteX12" fmla="*/ 49565 w 52170"/>
              <a:gd name="connsiteY12" fmla="*/ 67815 h 151179"/>
              <a:gd name="connsiteX13" fmla="*/ 36540 w 52170"/>
              <a:gd name="connsiteY13" fmla="*/ 80840 h 151179"/>
              <a:gd name="connsiteX14" fmla="*/ 18304 w 52170"/>
              <a:gd name="connsiteY14" fmla="*/ 93866 h 151179"/>
              <a:gd name="connsiteX15" fmla="*/ 68 w 52170"/>
              <a:gd name="connsiteY15" fmla="*/ 101681 h 151179"/>
              <a:gd name="connsiteX16" fmla="*/ 7883 w 52170"/>
              <a:gd name="connsiteY16" fmla="*/ 109497 h 151179"/>
              <a:gd name="connsiteX17" fmla="*/ 15699 w 52170"/>
              <a:gd name="connsiteY17" fmla="*/ 112102 h 151179"/>
              <a:gd name="connsiteX18" fmla="*/ 46960 w 52170"/>
              <a:gd name="connsiteY18" fmla="*/ 117312 h 151179"/>
              <a:gd name="connsiteX19" fmla="*/ 44355 w 52170"/>
              <a:gd name="connsiteY19" fmla="*/ 127733 h 151179"/>
              <a:gd name="connsiteX20" fmla="*/ 26119 w 52170"/>
              <a:gd name="connsiteY20" fmla="*/ 135548 h 151179"/>
              <a:gd name="connsiteX21" fmla="*/ 18304 w 52170"/>
              <a:gd name="connsiteY21" fmla="*/ 138153 h 151179"/>
              <a:gd name="connsiteX22" fmla="*/ 68 w 52170"/>
              <a:gd name="connsiteY22" fmla="*/ 151179 h 151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2170" h="151179">
                <a:moveTo>
                  <a:pt x="5278" y="2687"/>
                </a:moveTo>
                <a:cubicBezTo>
                  <a:pt x="16332" y="475"/>
                  <a:pt x="20275" y="-2051"/>
                  <a:pt x="31329" y="2687"/>
                </a:cubicBezTo>
                <a:cubicBezTo>
                  <a:pt x="33587" y="3655"/>
                  <a:pt x="34803" y="6160"/>
                  <a:pt x="36540" y="7897"/>
                </a:cubicBezTo>
                <a:cubicBezTo>
                  <a:pt x="41165" y="21772"/>
                  <a:pt x="40481" y="11124"/>
                  <a:pt x="28724" y="20922"/>
                </a:cubicBezTo>
                <a:cubicBezTo>
                  <a:pt x="26319" y="22926"/>
                  <a:pt x="26169" y="27078"/>
                  <a:pt x="23514" y="28738"/>
                </a:cubicBezTo>
                <a:cubicBezTo>
                  <a:pt x="18857" y="31649"/>
                  <a:pt x="7883" y="33948"/>
                  <a:pt x="7883" y="33948"/>
                </a:cubicBezTo>
                <a:cubicBezTo>
                  <a:pt x="5278" y="35685"/>
                  <a:pt x="827" y="36121"/>
                  <a:pt x="68" y="39158"/>
                </a:cubicBezTo>
                <a:cubicBezTo>
                  <a:pt x="-528" y="41541"/>
                  <a:pt x="2925" y="43663"/>
                  <a:pt x="5278" y="44369"/>
                </a:cubicBezTo>
                <a:cubicBezTo>
                  <a:pt x="11984" y="46381"/>
                  <a:pt x="19172" y="46106"/>
                  <a:pt x="26119" y="46974"/>
                </a:cubicBezTo>
                <a:cubicBezTo>
                  <a:pt x="28724" y="47842"/>
                  <a:pt x="31294" y="48825"/>
                  <a:pt x="33935" y="49579"/>
                </a:cubicBezTo>
                <a:cubicBezTo>
                  <a:pt x="37377" y="50563"/>
                  <a:pt x="41064" y="50774"/>
                  <a:pt x="44355" y="52184"/>
                </a:cubicBezTo>
                <a:cubicBezTo>
                  <a:pt x="47233" y="53417"/>
                  <a:pt x="49565" y="55657"/>
                  <a:pt x="52170" y="57394"/>
                </a:cubicBezTo>
                <a:cubicBezTo>
                  <a:pt x="51302" y="60868"/>
                  <a:pt x="50975" y="64524"/>
                  <a:pt x="49565" y="67815"/>
                </a:cubicBezTo>
                <a:cubicBezTo>
                  <a:pt x="45888" y="76396"/>
                  <a:pt x="43691" y="75732"/>
                  <a:pt x="36540" y="80840"/>
                </a:cubicBezTo>
                <a:cubicBezTo>
                  <a:pt x="33787" y="82807"/>
                  <a:pt x="22397" y="91819"/>
                  <a:pt x="18304" y="93866"/>
                </a:cubicBezTo>
                <a:cubicBezTo>
                  <a:pt x="12389" y="96823"/>
                  <a:pt x="6147" y="99076"/>
                  <a:pt x="68" y="101681"/>
                </a:cubicBezTo>
                <a:cubicBezTo>
                  <a:pt x="2673" y="104286"/>
                  <a:pt x="4818" y="107453"/>
                  <a:pt x="7883" y="109497"/>
                </a:cubicBezTo>
                <a:cubicBezTo>
                  <a:pt x="10168" y="111020"/>
                  <a:pt x="13058" y="111348"/>
                  <a:pt x="15699" y="112102"/>
                </a:cubicBezTo>
                <a:cubicBezTo>
                  <a:pt x="29088" y="115927"/>
                  <a:pt x="30043" y="115197"/>
                  <a:pt x="46960" y="117312"/>
                </a:cubicBezTo>
                <a:cubicBezTo>
                  <a:pt x="46092" y="120786"/>
                  <a:pt x="46341" y="124754"/>
                  <a:pt x="44355" y="127733"/>
                </a:cubicBezTo>
                <a:cubicBezTo>
                  <a:pt x="40623" y="133332"/>
                  <a:pt x="31501" y="134010"/>
                  <a:pt x="26119" y="135548"/>
                </a:cubicBezTo>
                <a:cubicBezTo>
                  <a:pt x="23479" y="136302"/>
                  <a:pt x="20704" y="136819"/>
                  <a:pt x="18304" y="138153"/>
                </a:cubicBezTo>
                <a:cubicBezTo>
                  <a:pt x="5815" y="145092"/>
                  <a:pt x="6285" y="144962"/>
                  <a:pt x="68" y="15117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DD8FC306-11D5-4580-B1A5-370429A53125}"/>
              </a:ext>
            </a:extLst>
          </p:cNvPr>
          <p:cNvCxnSpPr/>
          <p:nvPr/>
        </p:nvCxnSpPr>
        <p:spPr>
          <a:xfrm>
            <a:off x="11295768" y="1581313"/>
            <a:ext cx="0" cy="712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561D326E-2611-424E-89BD-181BB8CDB010}"/>
              </a:ext>
            </a:extLst>
          </p:cNvPr>
          <p:cNvCxnSpPr>
            <a:cxnSpLocks/>
          </p:cNvCxnSpPr>
          <p:nvPr/>
        </p:nvCxnSpPr>
        <p:spPr>
          <a:xfrm>
            <a:off x="11243733" y="1652591"/>
            <a:ext cx="97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EB6D228-FABD-49EE-955E-CF21B662D6F9}"/>
              </a:ext>
            </a:extLst>
          </p:cNvPr>
          <p:cNvCxnSpPr/>
          <p:nvPr/>
        </p:nvCxnSpPr>
        <p:spPr>
          <a:xfrm flipH="1">
            <a:off x="11217682" y="1652591"/>
            <a:ext cx="36472" cy="824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626D781E-6772-4B4A-B309-EA449BFD6CFF}"/>
              </a:ext>
            </a:extLst>
          </p:cNvPr>
          <p:cNvCxnSpPr>
            <a:cxnSpLocks/>
          </p:cNvCxnSpPr>
          <p:nvPr/>
        </p:nvCxnSpPr>
        <p:spPr>
          <a:xfrm flipH="1">
            <a:off x="11263400" y="1652591"/>
            <a:ext cx="32369" cy="78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8AAD7D11-00E3-4828-BBB8-CB81F4B8F013}"/>
              </a:ext>
            </a:extLst>
          </p:cNvPr>
          <p:cNvCxnSpPr>
            <a:cxnSpLocks/>
          </p:cNvCxnSpPr>
          <p:nvPr/>
        </p:nvCxnSpPr>
        <p:spPr>
          <a:xfrm flipH="1">
            <a:off x="11305015" y="1652591"/>
            <a:ext cx="36472" cy="78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07EAFC11-6022-4075-A379-F41C19DB72E9}"/>
              </a:ext>
            </a:extLst>
          </p:cNvPr>
          <p:cNvCxnSpPr/>
          <p:nvPr/>
        </p:nvCxnSpPr>
        <p:spPr>
          <a:xfrm>
            <a:off x="9832935" y="1520597"/>
            <a:ext cx="6605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AA7F9912-87B0-427E-AF10-27E1C23CA16C}"/>
              </a:ext>
            </a:extLst>
          </p:cNvPr>
          <p:cNvCxnSpPr>
            <a:cxnSpLocks/>
          </p:cNvCxnSpPr>
          <p:nvPr/>
        </p:nvCxnSpPr>
        <p:spPr>
          <a:xfrm>
            <a:off x="9832935" y="1331726"/>
            <a:ext cx="7543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DA33B7C8-7D34-4B23-ABF4-FE39C0AFA2FC}"/>
              </a:ext>
            </a:extLst>
          </p:cNvPr>
          <p:cNvCxnSpPr>
            <a:cxnSpLocks/>
          </p:cNvCxnSpPr>
          <p:nvPr/>
        </p:nvCxnSpPr>
        <p:spPr>
          <a:xfrm>
            <a:off x="9832935" y="1434628"/>
            <a:ext cx="6605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578C2308-951B-4646-A57E-ABC12A6F6EA7}"/>
              </a:ext>
            </a:extLst>
          </p:cNvPr>
          <p:cNvCxnSpPr/>
          <p:nvPr/>
        </p:nvCxnSpPr>
        <p:spPr>
          <a:xfrm>
            <a:off x="9832935" y="1249159"/>
            <a:ext cx="6605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6041E564-1252-4341-ACF7-BFE4CF80AA58}"/>
              </a:ext>
            </a:extLst>
          </p:cNvPr>
          <p:cNvCxnSpPr>
            <a:cxnSpLocks/>
            <a:endCxn id="183" idx="3"/>
          </p:cNvCxnSpPr>
          <p:nvPr/>
        </p:nvCxnSpPr>
        <p:spPr>
          <a:xfrm flipV="1">
            <a:off x="10493456" y="1096759"/>
            <a:ext cx="140676" cy="1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47B399A6-30A4-40EA-B5DD-6AF3F9FF46FC}"/>
              </a:ext>
            </a:extLst>
          </p:cNvPr>
          <p:cNvCxnSpPr>
            <a:endCxn id="185" idx="3"/>
          </p:cNvCxnSpPr>
          <p:nvPr/>
        </p:nvCxnSpPr>
        <p:spPr>
          <a:xfrm>
            <a:off x="10587241" y="1249159"/>
            <a:ext cx="468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3B293CFB-5066-4A5A-9A4A-EE9E0F9FF2BD}"/>
              </a:ext>
            </a:extLst>
          </p:cNvPr>
          <p:cNvCxnSpPr>
            <a:cxnSpLocks/>
            <a:endCxn id="186" idx="5"/>
          </p:cNvCxnSpPr>
          <p:nvPr/>
        </p:nvCxnSpPr>
        <p:spPr>
          <a:xfrm>
            <a:off x="10483613" y="1435526"/>
            <a:ext cx="197411" cy="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CB04A1F-651A-47E8-BB5B-455E5FC58AE0}"/>
              </a:ext>
            </a:extLst>
          </p:cNvPr>
          <p:cNvCxnSpPr>
            <a:cxnSpLocks/>
            <a:endCxn id="187" idx="3"/>
          </p:cNvCxnSpPr>
          <p:nvPr/>
        </p:nvCxnSpPr>
        <p:spPr>
          <a:xfrm>
            <a:off x="10493456" y="1570093"/>
            <a:ext cx="1406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3A58114D-A06A-45E3-97F5-30737DF5E46B}"/>
              </a:ext>
            </a:extLst>
          </p:cNvPr>
          <p:cNvCxnSpPr>
            <a:cxnSpLocks/>
          </p:cNvCxnSpPr>
          <p:nvPr/>
        </p:nvCxnSpPr>
        <p:spPr>
          <a:xfrm flipV="1">
            <a:off x="10493456" y="1097605"/>
            <a:ext cx="0" cy="1515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7DEBC45E-641B-41B0-88D7-DDFE3C4B4FB0}"/>
              </a:ext>
            </a:extLst>
          </p:cNvPr>
          <p:cNvCxnSpPr>
            <a:cxnSpLocks/>
          </p:cNvCxnSpPr>
          <p:nvPr/>
        </p:nvCxnSpPr>
        <p:spPr>
          <a:xfrm>
            <a:off x="10587241" y="1249159"/>
            <a:ext cx="0" cy="825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578020DA-F3B9-4404-AA28-68AFF12838C5}"/>
              </a:ext>
            </a:extLst>
          </p:cNvPr>
          <p:cNvCxnSpPr>
            <a:cxnSpLocks/>
          </p:cNvCxnSpPr>
          <p:nvPr/>
        </p:nvCxnSpPr>
        <p:spPr>
          <a:xfrm>
            <a:off x="10494033" y="1509377"/>
            <a:ext cx="0" cy="607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13A58A96-B467-49E1-845E-F2FE5E3F593E}"/>
              </a:ext>
            </a:extLst>
          </p:cNvPr>
          <p:cNvCxnSpPr>
            <a:cxnSpLocks/>
          </p:cNvCxnSpPr>
          <p:nvPr/>
        </p:nvCxnSpPr>
        <p:spPr>
          <a:xfrm flipV="1">
            <a:off x="10717315" y="966263"/>
            <a:ext cx="107751" cy="72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0BDB95A7-4B60-4537-B51F-C89F1FF2B5CB}"/>
              </a:ext>
            </a:extLst>
          </p:cNvPr>
          <p:cNvCxnSpPr/>
          <p:nvPr/>
        </p:nvCxnSpPr>
        <p:spPr>
          <a:xfrm flipV="1">
            <a:off x="10656094" y="903953"/>
            <a:ext cx="122442" cy="9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3FB74645-7704-42B9-AACF-E25D2DF97F13}"/>
              </a:ext>
            </a:extLst>
          </p:cNvPr>
          <p:cNvCxnSpPr>
            <a:cxnSpLocks/>
          </p:cNvCxnSpPr>
          <p:nvPr/>
        </p:nvCxnSpPr>
        <p:spPr>
          <a:xfrm flipV="1">
            <a:off x="10740769" y="1143130"/>
            <a:ext cx="107751" cy="72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0A997D87-9DE8-4A89-AE43-A268BE79DE32}"/>
              </a:ext>
            </a:extLst>
          </p:cNvPr>
          <p:cNvCxnSpPr>
            <a:cxnSpLocks/>
          </p:cNvCxnSpPr>
          <p:nvPr/>
        </p:nvCxnSpPr>
        <p:spPr>
          <a:xfrm flipV="1">
            <a:off x="10815135" y="2282480"/>
            <a:ext cx="107751" cy="72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BF638241-48D2-46C5-B40E-33EC31E531D1}"/>
              </a:ext>
            </a:extLst>
          </p:cNvPr>
          <p:cNvCxnSpPr/>
          <p:nvPr/>
        </p:nvCxnSpPr>
        <p:spPr>
          <a:xfrm flipV="1">
            <a:off x="10725875" y="1408460"/>
            <a:ext cx="122442" cy="9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3F03D08A-E263-425E-8EFD-D282DA2379F5}"/>
              </a:ext>
            </a:extLst>
          </p:cNvPr>
          <p:cNvCxnSpPr>
            <a:cxnSpLocks/>
          </p:cNvCxnSpPr>
          <p:nvPr/>
        </p:nvCxnSpPr>
        <p:spPr>
          <a:xfrm flipV="1">
            <a:off x="10776320" y="1321188"/>
            <a:ext cx="107751" cy="72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A8E2DC1B-1879-4C34-B930-CCE3160366D8}"/>
              </a:ext>
            </a:extLst>
          </p:cNvPr>
          <p:cNvCxnSpPr/>
          <p:nvPr/>
        </p:nvCxnSpPr>
        <p:spPr>
          <a:xfrm flipV="1">
            <a:off x="10715099" y="1258878"/>
            <a:ext cx="122442" cy="9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0E43CB4E-36AF-4D06-8527-C899736BE0EE}"/>
              </a:ext>
            </a:extLst>
          </p:cNvPr>
          <p:cNvCxnSpPr/>
          <p:nvPr/>
        </p:nvCxnSpPr>
        <p:spPr>
          <a:xfrm flipV="1">
            <a:off x="10685144" y="1077682"/>
            <a:ext cx="122442" cy="9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71D61117-E730-450E-8207-D8B12D0DBB7F}"/>
              </a:ext>
            </a:extLst>
          </p:cNvPr>
          <p:cNvCxnSpPr>
            <a:cxnSpLocks/>
          </p:cNvCxnSpPr>
          <p:nvPr/>
        </p:nvCxnSpPr>
        <p:spPr>
          <a:xfrm flipV="1">
            <a:off x="10781916" y="1318050"/>
            <a:ext cx="107751" cy="72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137A79A5-AC1C-4192-92E7-73D3AF2420E9}"/>
              </a:ext>
            </a:extLst>
          </p:cNvPr>
          <p:cNvCxnSpPr/>
          <p:nvPr/>
        </p:nvCxnSpPr>
        <p:spPr>
          <a:xfrm flipV="1">
            <a:off x="10720695" y="1255740"/>
            <a:ext cx="122442" cy="9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Rectangle 274">
            <a:extLst>
              <a:ext uri="{FF2B5EF4-FFF2-40B4-BE49-F238E27FC236}">
                <a16:creationId xmlns:a16="http://schemas.microsoft.com/office/drawing/2014/main" id="{2842050C-AA49-4404-ABEE-8C63E47DE646}"/>
              </a:ext>
            </a:extLst>
          </p:cNvPr>
          <p:cNvSpPr/>
          <p:nvPr/>
        </p:nvSpPr>
        <p:spPr>
          <a:xfrm>
            <a:off x="6986318" y="2197148"/>
            <a:ext cx="476250" cy="442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3F5C56B9-7DC2-4E58-83F3-C025556A472D}"/>
              </a:ext>
            </a:extLst>
          </p:cNvPr>
          <p:cNvSpPr/>
          <p:nvPr/>
        </p:nvSpPr>
        <p:spPr>
          <a:xfrm>
            <a:off x="8200482" y="2193457"/>
            <a:ext cx="476250" cy="442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7" name="Trapezoid 276">
            <a:extLst>
              <a:ext uri="{FF2B5EF4-FFF2-40B4-BE49-F238E27FC236}">
                <a16:creationId xmlns:a16="http://schemas.microsoft.com/office/drawing/2014/main" id="{25C05031-DAF9-417B-B7FE-41112E41880E}"/>
              </a:ext>
            </a:extLst>
          </p:cNvPr>
          <p:cNvSpPr/>
          <p:nvPr/>
        </p:nvSpPr>
        <p:spPr>
          <a:xfrm rot="5400000">
            <a:off x="9384990" y="2145834"/>
            <a:ext cx="552452" cy="428623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78" name="Connector: Elbow 277">
            <a:extLst>
              <a:ext uri="{FF2B5EF4-FFF2-40B4-BE49-F238E27FC236}">
                <a16:creationId xmlns:a16="http://schemas.microsoft.com/office/drawing/2014/main" id="{D30E37EC-F9DB-4E87-AE54-BC9AB543BE5B}"/>
              </a:ext>
            </a:extLst>
          </p:cNvPr>
          <p:cNvCxnSpPr>
            <a:endCxn id="276" idx="1"/>
          </p:cNvCxnSpPr>
          <p:nvPr/>
        </p:nvCxnSpPr>
        <p:spPr>
          <a:xfrm>
            <a:off x="7462568" y="2255083"/>
            <a:ext cx="737914" cy="15983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DEEE9D08-E266-46B6-A3A6-BD95D18C68B8}"/>
              </a:ext>
            </a:extLst>
          </p:cNvPr>
          <p:cNvCxnSpPr>
            <a:cxnSpLocks/>
          </p:cNvCxnSpPr>
          <p:nvPr/>
        </p:nvCxnSpPr>
        <p:spPr>
          <a:xfrm>
            <a:off x="8676732" y="2236847"/>
            <a:ext cx="8003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1E8E2AC3-A6DD-4017-8FAF-B665D99FC5C8}"/>
              </a:ext>
            </a:extLst>
          </p:cNvPr>
          <p:cNvCxnSpPr>
            <a:cxnSpLocks/>
          </p:cNvCxnSpPr>
          <p:nvPr/>
        </p:nvCxnSpPr>
        <p:spPr>
          <a:xfrm>
            <a:off x="9121624" y="2468703"/>
            <a:ext cx="3252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D3B8DBF1-1B16-45DE-ACC4-CAEE392FCA19}"/>
              </a:ext>
            </a:extLst>
          </p:cNvPr>
          <p:cNvCxnSpPr/>
          <p:nvPr/>
        </p:nvCxnSpPr>
        <p:spPr>
          <a:xfrm>
            <a:off x="6883658" y="2545880"/>
            <a:ext cx="1026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F93E9034-0246-4E46-A6BC-DD7FDE3E1A9A}"/>
              </a:ext>
            </a:extLst>
          </p:cNvPr>
          <p:cNvCxnSpPr/>
          <p:nvPr/>
        </p:nvCxnSpPr>
        <p:spPr>
          <a:xfrm>
            <a:off x="8095042" y="2463494"/>
            <a:ext cx="0" cy="1233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Freeform: Shape 285">
            <a:extLst>
              <a:ext uri="{FF2B5EF4-FFF2-40B4-BE49-F238E27FC236}">
                <a16:creationId xmlns:a16="http://schemas.microsoft.com/office/drawing/2014/main" id="{ED251195-C9B1-47C5-9D2C-20504F442FEA}"/>
              </a:ext>
            </a:extLst>
          </p:cNvPr>
          <p:cNvSpPr/>
          <p:nvPr/>
        </p:nvSpPr>
        <p:spPr>
          <a:xfrm>
            <a:off x="8056692" y="2382734"/>
            <a:ext cx="38350" cy="83364"/>
          </a:xfrm>
          <a:custGeom>
            <a:avLst/>
            <a:gdLst>
              <a:gd name="connsiteX0" fmla="*/ 35745 w 38350"/>
              <a:gd name="connsiteY0" fmla="*/ 0 h 83364"/>
              <a:gd name="connsiteX1" fmla="*/ 20114 w 38350"/>
              <a:gd name="connsiteY1" fmla="*/ 2605 h 83364"/>
              <a:gd name="connsiteX2" fmla="*/ 14904 w 38350"/>
              <a:gd name="connsiteY2" fmla="*/ 13025 h 83364"/>
              <a:gd name="connsiteX3" fmla="*/ 7089 w 38350"/>
              <a:gd name="connsiteY3" fmla="*/ 18236 h 83364"/>
              <a:gd name="connsiteX4" fmla="*/ 4484 w 38350"/>
              <a:gd name="connsiteY4" fmla="*/ 57313 h 83364"/>
              <a:gd name="connsiteX5" fmla="*/ 12299 w 38350"/>
              <a:gd name="connsiteY5" fmla="*/ 62523 h 83364"/>
              <a:gd name="connsiteX6" fmla="*/ 27930 w 38350"/>
              <a:gd name="connsiteY6" fmla="*/ 67733 h 83364"/>
              <a:gd name="connsiteX7" fmla="*/ 35745 w 38350"/>
              <a:gd name="connsiteY7" fmla="*/ 75549 h 83364"/>
              <a:gd name="connsiteX8" fmla="*/ 38350 w 38350"/>
              <a:gd name="connsiteY8" fmla="*/ 83364 h 8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350" h="83364">
                <a:moveTo>
                  <a:pt x="35745" y="0"/>
                </a:moveTo>
                <a:cubicBezTo>
                  <a:pt x="30535" y="868"/>
                  <a:pt x="24593" y="-194"/>
                  <a:pt x="20114" y="2605"/>
                </a:cubicBezTo>
                <a:cubicBezTo>
                  <a:pt x="16821" y="4663"/>
                  <a:pt x="17390" y="10042"/>
                  <a:pt x="14904" y="13025"/>
                </a:cubicBezTo>
                <a:cubicBezTo>
                  <a:pt x="12900" y="15430"/>
                  <a:pt x="9694" y="16499"/>
                  <a:pt x="7089" y="18236"/>
                </a:cubicBezTo>
                <a:cubicBezTo>
                  <a:pt x="-645" y="33701"/>
                  <a:pt x="-2838" y="33516"/>
                  <a:pt x="4484" y="57313"/>
                </a:cubicBezTo>
                <a:cubicBezTo>
                  <a:pt x="5405" y="60305"/>
                  <a:pt x="9438" y="61251"/>
                  <a:pt x="12299" y="62523"/>
                </a:cubicBezTo>
                <a:cubicBezTo>
                  <a:pt x="17318" y="64753"/>
                  <a:pt x="27930" y="67733"/>
                  <a:pt x="27930" y="67733"/>
                </a:cubicBezTo>
                <a:cubicBezTo>
                  <a:pt x="30535" y="70338"/>
                  <a:pt x="33701" y="72483"/>
                  <a:pt x="35745" y="75549"/>
                </a:cubicBezTo>
                <a:cubicBezTo>
                  <a:pt x="37268" y="77834"/>
                  <a:pt x="38350" y="83364"/>
                  <a:pt x="38350" y="83364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75339ED1-0215-42EC-8A5A-BDAB6B147C43}"/>
              </a:ext>
            </a:extLst>
          </p:cNvPr>
          <p:cNvCxnSpPr/>
          <p:nvPr/>
        </p:nvCxnSpPr>
        <p:spPr>
          <a:xfrm>
            <a:off x="6883658" y="2424416"/>
            <a:ext cx="0" cy="121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Freeform: Shape 287">
            <a:extLst>
              <a:ext uri="{FF2B5EF4-FFF2-40B4-BE49-F238E27FC236}">
                <a16:creationId xmlns:a16="http://schemas.microsoft.com/office/drawing/2014/main" id="{F4E66911-1407-40AC-A072-5C83E362F083}"/>
              </a:ext>
            </a:extLst>
          </p:cNvPr>
          <p:cNvSpPr/>
          <p:nvPr/>
        </p:nvSpPr>
        <p:spPr>
          <a:xfrm>
            <a:off x="6850683" y="2359288"/>
            <a:ext cx="35580" cy="70338"/>
          </a:xfrm>
          <a:custGeom>
            <a:avLst/>
            <a:gdLst>
              <a:gd name="connsiteX0" fmla="*/ 35580 w 35580"/>
              <a:gd name="connsiteY0" fmla="*/ 0 h 70338"/>
              <a:gd name="connsiteX1" fmla="*/ 17344 w 35580"/>
              <a:gd name="connsiteY1" fmla="*/ 2605 h 70338"/>
              <a:gd name="connsiteX2" fmla="*/ 4318 w 35580"/>
              <a:gd name="connsiteY2" fmla="*/ 15630 h 70338"/>
              <a:gd name="connsiteX3" fmla="*/ 4318 w 35580"/>
              <a:gd name="connsiteY3" fmla="*/ 59918 h 70338"/>
              <a:gd name="connsiteX4" fmla="*/ 17344 w 35580"/>
              <a:gd name="connsiteY4" fmla="*/ 67733 h 70338"/>
              <a:gd name="connsiteX5" fmla="*/ 30370 w 35580"/>
              <a:gd name="connsiteY5" fmla="*/ 70338 h 70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580" h="70338">
                <a:moveTo>
                  <a:pt x="35580" y="0"/>
                </a:moveTo>
                <a:cubicBezTo>
                  <a:pt x="29501" y="868"/>
                  <a:pt x="22836" y="-141"/>
                  <a:pt x="17344" y="2605"/>
                </a:cubicBezTo>
                <a:cubicBezTo>
                  <a:pt x="11852" y="5351"/>
                  <a:pt x="4318" y="15630"/>
                  <a:pt x="4318" y="15630"/>
                </a:cubicBezTo>
                <a:cubicBezTo>
                  <a:pt x="-1484" y="33040"/>
                  <a:pt x="-1396" y="29447"/>
                  <a:pt x="4318" y="59918"/>
                </a:cubicBezTo>
                <a:cubicBezTo>
                  <a:pt x="5224" y="64752"/>
                  <a:pt x="14182" y="66943"/>
                  <a:pt x="17344" y="67733"/>
                </a:cubicBezTo>
                <a:cubicBezTo>
                  <a:pt x="21640" y="68807"/>
                  <a:pt x="30370" y="70338"/>
                  <a:pt x="30370" y="703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A8722E3E-2F6D-43F2-B666-A2AA29F1D1F6}"/>
              </a:ext>
            </a:extLst>
          </p:cNvPr>
          <p:cNvCxnSpPr>
            <a:cxnSpLocks/>
          </p:cNvCxnSpPr>
          <p:nvPr/>
        </p:nvCxnSpPr>
        <p:spPr>
          <a:xfrm flipH="1" flipV="1">
            <a:off x="6892397" y="1831405"/>
            <a:ext cx="1" cy="5239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FDE0CDDA-B127-426B-AA18-BDF92087C083}"/>
              </a:ext>
            </a:extLst>
          </p:cNvPr>
          <p:cNvCxnSpPr>
            <a:cxnSpLocks/>
          </p:cNvCxnSpPr>
          <p:nvPr/>
        </p:nvCxnSpPr>
        <p:spPr>
          <a:xfrm>
            <a:off x="6883658" y="1965913"/>
            <a:ext cx="12113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D81DAAFA-4C63-4FAC-885B-4F705F51FA06}"/>
              </a:ext>
            </a:extLst>
          </p:cNvPr>
          <p:cNvCxnSpPr>
            <a:cxnSpLocks/>
          </p:cNvCxnSpPr>
          <p:nvPr/>
        </p:nvCxnSpPr>
        <p:spPr>
          <a:xfrm>
            <a:off x="8095042" y="1951942"/>
            <a:ext cx="0" cy="4307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3F79CBD4-A14C-440E-9861-1013656615C7}"/>
              </a:ext>
            </a:extLst>
          </p:cNvPr>
          <p:cNvCxnSpPr/>
          <p:nvPr/>
        </p:nvCxnSpPr>
        <p:spPr>
          <a:xfrm>
            <a:off x="10770507" y="2031043"/>
            <a:ext cx="0" cy="867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C4118A53-2D4C-421D-9A64-FE2BB5CBDF11}"/>
              </a:ext>
            </a:extLst>
          </p:cNvPr>
          <p:cNvCxnSpPr/>
          <p:nvPr/>
        </p:nvCxnSpPr>
        <p:spPr>
          <a:xfrm>
            <a:off x="10770507" y="2183443"/>
            <a:ext cx="0" cy="98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27D42930-7E9A-45D7-A255-80ABFCF38316}"/>
              </a:ext>
            </a:extLst>
          </p:cNvPr>
          <p:cNvCxnSpPr/>
          <p:nvPr/>
        </p:nvCxnSpPr>
        <p:spPr>
          <a:xfrm>
            <a:off x="10770507" y="2080539"/>
            <a:ext cx="328465" cy="3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D92418DD-D0D3-465C-A33A-2385FE118910}"/>
              </a:ext>
            </a:extLst>
          </p:cNvPr>
          <p:cNvCxnSpPr/>
          <p:nvPr/>
        </p:nvCxnSpPr>
        <p:spPr>
          <a:xfrm>
            <a:off x="10770507" y="2232939"/>
            <a:ext cx="328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6395465A-0898-4945-9C33-3B27BA7EC6AA}"/>
              </a:ext>
            </a:extLst>
          </p:cNvPr>
          <p:cNvCxnSpPr/>
          <p:nvPr/>
        </p:nvCxnSpPr>
        <p:spPr>
          <a:xfrm flipV="1">
            <a:off x="10770507" y="2393154"/>
            <a:ext cx="328465" cy="4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DFBA9F9A-FD9D-4701-AF01-F5486B373A83}"/>
              </a:ext>
            </a:extLst>
          </p:cNvPr>
          <p:cNvCxnSpPr/>
          <p:nvPr/>
        </p:nvCxnSpPr>
        <p:spPr>
          <a:xfrm>
            <a:off x="10770507" y="2553873"/>
            <a:ext cx="328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1B5A3127-EFC9-4006-A579-6640672335A6}"/>
              </a:ext>
            </a:extLst>
          </p:cNvPr>
          <p:cNvCxnSpPr/>
          <p:nvPr/>
        </p:nvCxnSpPr>
        <p:spPr>
          <a:xfrm>
            <a:off x="11098972" y="2082229"/>
            <a:ext cx="0" cy="471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DA95F498-DC79-403A-8C12-9C67E588391E}"/>
              </a:ext>
            </a:extLst>
          </p:cNvPr>
          <p:cNvCxnSpPr/>
          <p:nvPr/>
        </p:nvCxnSpPr>
        <p:spPr>
          <a:xfrm>
            <a:off x="11098972" y="2282435"/>
            <a:ext cx="2394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6B3014B8-4B18-407C-AADD-3F4E0F42B012}"/>
              </a:ext>
            </a:extLst>
          </p:cNvPr>
          <p:cNvCxnSpPr/>
          <p:nvPr/>
        </p:nvCxnSpPr>
        <p:spPr>
          <a:xfrm>
            <a:off x="11338427" y="2282435"/>
            <a:ext cx="0" cy="1324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Freeform: Shape 300">
            <a:extLst>
              <a:ext uri="{FF2B5EF4-FFF2-40B4-BE49-F238E27FC236}">
                <a16:creationId xmlns:a16="http://schemas.microsoft.com/office/drawing/2014/main" id="{E8CBC870-61FC-4A8D-B963-787AB344DBDD}"/>
              </a:ext>
            </a:extLst>
          </p:cNvPr>
          <p:cNvSpPr/>
          <p:nvPr/>
        </p:nvSpPr>
        <p:spPr>
          <a:xfrm>
            <a:off x="11338359" y="2414914"/>
            <a:ext cx="45719" cy="150179"/>
          </a:xfrm>
          <a:custGeom>
            <a:avLst/>
            <a:gdLst>
              <a:gd name="connsiteX0" fmla="*/ 5278 w 52170"/>
              <a:gd name="connsiteY0" fmla="*/ 2687 h 151179"/>
              <a:gd name="connsiteX1" fmla="*/ 31329 w 52170"/>
              <a:gd name="connsiteY1" fmla="*/ 2687 h 151179"/>
              <a:gd name="connsiteX2" fmla="*/ 36540 w 52170"/>
              <a:gd name="connsiteY2" fmla="*/ 7897 h 151179"/>
              <a:gd name="connsiteX3" fmla="*/ 28724 w 52170"/>
              <a:gd name="connsiteY3" fmla="*/ 20922 h 151179"/>
              <a:gd name="connsiteX4" fmla="*/ 23514 w 52170"/>
              <a:gd name="connsiteY4" fmla="*/ 28738 h 151179"/>
              <a:gd name="connsiteX5" fmla="*/ 7883 w 52170"/>
              <a:gd name="connsiteY5" fmla="*/ 33948 h 151179"/>
              <a:gd name="connsiteX6" fmla="*/ 68 w 52170"/>
              <a:gd name="connsiteY6" fmla="*/ 39158 h 151179"/>
              <a:gd name="connsiteX7" fmla="*/ 5278 w 52170"/>
              <a:gd name="connsiteY7" fmla="*/ 44369 h 151179"/>
              <a:gd name="connsiteX8" fmla="*/ 26119 w 52170"/>
              <a:gd name="connsiteY8" fmla="*/ 46974 h 151179"/>
              <a:gd name="connsiteX9" fmla="*/ 33935 w 52170"/>
              <a:gd name="connsiteY9" fmla="*/ 49579 h 151179"/>
              <a:gd name="connsiteX10" fmla="*/ 44355 w 52170"/>
              <a:gd name="connsiteY10" fmla="*/ 52184 h 151179"/>
              <a:gd name="connsiteX11" fmla="*/ 52170 w 52170"/>
              <a:gd name="connsiteY11" fmla="*/ 57394 h 151179"/>
              <a:gd name="connsiteX12" fmla="*/ 49565 w 52170"/>
              <a:gd name="connsiteY12" fmla="*/ 67815 h 151179"/>
              <a:gd name="connsiteX13" fmla="*/ 36540 w 52170"/>
              <a:gd name="connsiteY13" fmla="*/ 80840 h 151179"/>
              <a:gd name="connsiteX14" fmla="*/ 18304 w 52170"/>
              <a:gd name="connsiteY14" fmla="*/ 93866 h 151179"/>
              <a:gd name="connsiteX15" fmla="*/ 68 w 52170"/>
              <a:gd name="connsiteY15" fmla="*/ 101681 h 151179"/>
              <a:gd name="connsiteX16" fmla="*/ 7883 w 52170"/>
              <a:gd name="connsiteY16" fmla="*/ 109497 h 151179"/>
              <a:gd name="connsiteX17" fmla="*/ 15699 w 52170"/>
              <a:gd name="connsiteY17" fmla="*/ 112102 h 151179"/>
              <a:gd name="connsiteX18" fmla="*/ 46960 w 52170"/>
              <a:gd name="connsiteY18" fmla="*/ 117312 h 151179"/>
              <a:gd name="connsiteX19" fmla="*/ 44355 w 52170"/>
              <a:gd name="connsiteY19" fmla="*/ 127733 h 151179"/>
              <a:gd name="connsiteX20" fmla="*/ 26119 w 52170"/>
              <a:gd name="connsiteY20" fmla="*/ 135548 h 151179"/>
              <a:gd name="connsiteX21" fmla="*/ 18304 w 52170"/>
              <a:gd name="connsiteY21" fmla="*/ 138153 h 151179"/>
              <a:gd name="connsiteX22" fmla="*/ 68 w 52170"/>
              <a:gd name="connsiteY22" fmla="*/ 151179 h 151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2170" h="151179">
                <a:moveTo>
                  <a:pt x="5278" y="2687"/>
                </a:moveTo>
                <a:cubicBezTo>
                  <a:pt x="16332" y="475"/>
                  <a:pt x="20275" y="-2051"/>
                  <a:pt x="31329" y="2687"/>
                </a:cubicBezTo>
                <a:cubicBezTo>
                  <a:pt x="33587" y="3655"/>
                  <a:pt x="34803" y="6160"/>
                  <a:pt x="36540" y="7897"/>
                </a:cubicBezTo>
                <a:cubicBezTo>
                  <a:pt x="41165" y="21772"/>
                  <a:pt x="40481" y="11124"/>
                  <a:pt x="28724" y="20922"/>
                </a:cubicBezTo>
                <a:cubicBezTo>
                  <a:pt x="26319" y="22926"/>
                  <a:pt x="26169" y="27078"/>
                  <a:pt x="23514" y="28738"/>
                </a:cubicBezTo>
                <a:cubicBezTo>
                  <a:pt x="18857" y="31649"/>
                  <a:pt x="7883" y="33948"/>
                  <a:pt x="7883" y="33948"/>
                </a:cubicBezTo>
                <a:cubicBezTo>
                  <a:pt x="5278" y="35685"/>
                  <a:pt x="827" y="36121"/>
                  <a:pt x="68" y="39158"/>
                </a:cubicBezTo>
                <a:cubicBezTo>
                  <a:pt x="-528" y="41541"/>
                  <a:pt x="2925" y="43663"/>
                  <a:pt x="5278" y="44369"/>
                </a:cubicBezTo>
                <a:cubicBezTo>
                  <a:pt x="11984" y="46381"/>
                  <a:pt x="19172" y="46106"/>
                  <a:pt x="26119" y="46974"/>
                </a:cubicBezTo>
                <a:cubicBezTo>
                  <a:pt x="28724" y="47842"/>
                  <a:pt x="31294" y="48825"/>
                  <a:pt x="33935" y="49579"/>
                </a:cubicBezTo>
                <a:cubicBezTo>
                  <a:pt x="37377" y="50563"/>
                  <a:pt x="41064" y="50774"/>
                  <a:pt x="44355" y="52184"/>
                </a:cubicBezTo>
                <a:cubicBezTo>
                  <a:pt x="47233" y="53417"/>
                  <a:pt x="49565" y="55657"/>
                  <a:pt x="52170" y="57394"/>
                </a:cubicBezTo>
                <a:cubicBezTo>
                  <a:pt x="51302" y="60868"/>
                  <a:pt x="50975" y="64524"/>
                  <a:pt x="49565" y="67815"/>
                </a:cubicBezTo>
                <a:cubicBezTo>
                  <a:pt x="45888" y="76396"/>
                  <a:pt x="43691" y="75732"/>
                  <a:pt x="36540" y="80840"/>
                </a:cubicBezTo>
                <a:cubicBezTo>
                  <a:pt x="33787" y="82807"/>
                  <a:pt x="22397" y="91819"/>
                  <a:pt x="18304" y="93866"/>
                </a:cubicBezTo>
                <a:cubicBezTo>
                  <a:pt x="12389" y="96823"/>
                  <a:pt x="6147" y="99076"/>
                  <a:pt x="68" y="101681"/>
                </a:cubicBezTo>
                <a:cubicBezTo>
                  <a:pt x="2673" y="104286"/>
                  <a:pt x="4818" y="107453"/>
                  <a:pt x="7883" y="109497"/>
                </a:cubicBezTo>
                <a:cubicBezTo>
                  <a:pt x="10168" y="111020"/>
                  <a:pt x="13058" y="111348"/>
                  <a:pt x="15699" y="112102"/>
                </a:cubicBezTo>
                <a:cubicBezTo>
                  <a:pt x="29088" y="115927"/>
                  <a:pt x="30043" y="115197"/>
                  <a:pt x="46960" y="117312"/>
                </a:cubicBezTo>
                <a:cubicBezTo>
                  <a:pt x="46092" y="120786"/>
                  <a:pt x="46341" y="124754"/>
                  <a:pt x="44355" y="127733"/>
                </a:cubicBezTo>
                <a:cubicBezTo>
                  <a:pt x="40623" y="133332"/>
                  <a:pt x="31501" y="134010"/>
                  <a:pt x="26119" y="135548"/>
                </a:cubicBezTo>
                <a:cubicBezTo>
                  <a:pt x="23479" y="136302"/>
                  <a:pt x="20704" y="136819"/>
                  <a:pt x="18304" y="138153"/>
                </a:cubicBezTo>
                <a:cubicBezTo>
                  <a:pt x="5815" y="145092"/>
                  <a:pt x="6285" y="144962"/>
                  <a:pt x="68" y="15117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B23B5181-A76B-4710-80B6-80884AECB19D}"/>
              </a:ext>
            </a:extLst>
          </p:cNvPr>
          <p:cNvCxnSpPr>
            <a:cxnSpLocks/>
          </p:cNvCxnSpPr>
          <p:nvPr/>
        </p:nvCxnSpPr>
        <p:spPr>
          <a:xfrm>
            <a:off x="11286324" y="2636371"/>
            <a:ext cx="97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B0F1FCFF-BE4B-469F-B68E-9B8772D7F3A6}"/>
              </a:ext>
            </a:extLst>
          </p:cNvPr>
          <p:cNvCxnSpPr/>
          <p:nvPr/>
        </p:nvCxnSpPr>
        <p:spPr>
          <a:xfrm flipH="1">
            <a:off x="11260273" y="2636371"/>
            <a:ext cx="36472" cy="824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5442A163-E725-4AE2-87BA-BEA288FCC3FD}"/>
              </a:ext>
            </a:extLst>
          </p:cNvPr>
          <p:cNvCxnSpPr>
            <a:cxnSpLocks/>
          </p:cNvCxnSpPr>
          <p:nvPr/>
        </p:nvCxnSpPr>
        <p:spPr>
          <a:xfrm flipH="1">
            <a:off x="11305991" y="2636371"/>
            <a:ext cx="32369" cy="78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7E0B8CA0-39A6-4B4F-9B56-86215D179D07}"/>
              </a:ext>
            </a:extLst>
          </p:cNvPr>
          <p:cNvCxnSpPr>
            <a:cxnSpLocks/>
          </p:cNvCxnSpPr>
          <p:nvPr/>
        </p:nvCxnSpPr>
        <p:spPr>
          <a:xfrm flipH="1">
            <a:off x="11347606" y="2636371"/>
            <a:ext cx="36472" cy="78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524EE7CE-99DF-4BDA-BCE8-5F692BB282FF}"/>
              </a:ext>
            </a:extLst>
          </p:cNvPr>
          <p:cNvCxnSpPr/>
          <p:nvPr/>
        </p:nvCxnSpPr>
        <p:spPr>
          <a:xfrm>
            <a:off x="9875526" y="2504377"/>
            <a:ext cx="6605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2E5146EA-FBC1-49C1-B348-3BF2A2C340AF}"/>
              </a:ext>
            </a:extLst>
          </p:cNvPr>
          <p:cNvCxnSpPr>
            <a:cxnSpLocks/>
          </p:cNvCxnSpPr>
          <p:nvPr/>
        </p:nvCxnSpPr>
        <p:spPr>
          <a:xfrm>
            <a:off x="9875526" y="2315506"/>
            <a:ext cx="7543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015A122A-9C5F-41DD-89BF-4AA35732A2E4}"/>
              </a:ext>
            </a:extLst>
          </p:cNvPr>
          <p:cNvCxnSpPr/>
          <p:nvPr/>
        </p:nvCxnSpPr>
        <p:spPr>
          <a:xfrm>
            <a:off x="9875526" y="2418408"/>
            <a:ext cx="6605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39785131-8DE9-4E64-9A85-363B0A14CE01}"/>
              </a:ext>
            </a:extLst>
          </p:cNvPr>
          <p:cNvCxnSpPr/>
          <p:nvPr/>
        </p:nvCxnSpPr>
        <p:spPr>
          <a:xfrm>
            <a:off x="9875526" y="2232939"/>
            <a:ext cx="6605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7006AC38-D732-4098-8680-43F0113F8E1D}"/>
              </a:ext>
            </a:extLst>
          </p:cNvPr>
          <p:cNvCxnSpPr>
            <a:cxnSpLocks/>
          </p:cNvCxnSpPr>
          <p:nvPr/>
        </p:nvCxnSpPr>
        <p:spPr>
          <a:xfrm flipV="1">
            <a:off x="10536047" y="2080539"/>
            <a:ext cx="140676" cy="1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D1C3049C-EE69-49E6-AC5F-0BFA05FED41B}"/>
              </a:ext>
            </a:extLst>
          </p:cNvPr>
          <p:cNvCxnSpPr>
            <a:cxnSpLocks/>
          </p:cNvCxnSpPr>
          <p:nvPr/>
        </p:nvCxnSpPr>
        <p:spPr>
          <a:xfrm flipV="1">
            <a:off x="10526204" y="2418368"/>
            <a:ext cx="192562" cy="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0FF831B-F431-4787-8795-15E026395B78}"/>
              </a:ext>
            </a:extLst>
          </p:cNvPr>
          <p:cNvCxnSpPr>
            <a:cxnSpLocks/>
          </p:cNvCxnSpPr>
          <p:nvPr/>
        </p:nvCxnSpPr>
        <p:spPr>
          <a:xfrm>
            <a:off x="10536047" y="2553873"/>
            <a:ext cx="2344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4DB4FC3F-D053-43B5-BEDC-7DED0B94340C}"/>
              </a:ext>
            </a:extLst>
          </p:cNvPr>
          <p:cNvCxnSpPr>
            <a:cxnSpLocks/>
          </p:cNvCxnSpPr>
          <p:nvPr/>
        </p:nvCxnSpPr>
        <p:spPr>
          <a:xfrm>
            <a:off x="10629832" y="2232939"/>
            <a:ext cx="0" cy="825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BFC66CB3-F200-459A-BDBE-244A845571FF}"/>
              </a:ext>
            </a:extLst>
          </p:cNvPr>
          <p:cNvCxnSpPr>
            <a:cxnSpLocks/>
          </p:cNvCxnSpPr>
          <p:nvPr/>
        </p:nvCxnSpPr>
        <p:spPr>
          <a:xfrm flipV="1">
            <a:off x="10759906" y="1950043"/>
            <a:ext cx="107751" cy="72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Arrow Connector 314">
            <a:extLst>
              <a:ext uri="{FF2B5EF4-FFF2-40B4-BE49-F238E27FC236}">
                <a16:creationId xmlns:a16="http://schemas.microsoft.com/office/drawing/2014/main" id="{DBAAFE27-AF59-4DF2-A89F-16381C1EDC44}"/>
              </a:ext>
            </a:extLst>
          </p:cNvPr>
          <p:cNvCxnSpPr/>
          <p:nvPr/>
        </p:nvCxnSpPr>
        <p:spPr>
          <a:xfrm flipV="1">
            <a:off x="10698685" y="1887733"/>
            <a:ext cx="122442" cy="9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D7EF2EAC-A335-4761-BAE2-EBA2A831639B}"/>
              </a:ext>
            </a:extLst>
          </p:cNvPr>
          <p:cNvCxnSpPr>
            <a:cxnSpLocks/>
          </p:cNvCxnSpPr>
          <p:nvPr/>
        </p:nvCxnSpPr>
        <p:spPr>
          <a:xfrm flipV="1">
            <a:off x="10783360" y="2126910"/>
            <a:ext cx="107751" cy="72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BEB35705-FFA0-4A9C-A51B-3F81BF5C4553}"/>
              </a:ext>
            </a:extLst>
          </p:cNvPr>
          <p:cNvCxnSpPr>
            <a:cxnSpLocks/>
          </p:cNvCxnSpPr>
          <p:nvPr/>
        </p:nvCxnSpPr>
        <p:spPr>
          <a:xfrm flipV="1">
            <a:off x="10829687" y="2454550"/>
            <a:ext cx="107751" cy="72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7F8EEEDC-372A-4325-A71E-112C7DD82AB2}"/>
              </a:ext>
            </a:extLst>
          </p:cNvPr>
          <p:cNvCxnSpPr/>
          <p:nvPr/>
        </p:nvCxnSpPr>
        <p:spPr>
          <a:xfrm flipV="1">
            <a:off x="10768466" y="2392240"/>
            <a:ext cx="122442" cy="9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Arrow Connector 318">
            <a:extLst>
              <a:ext uri="{FF2B5EF4-FFF2-40B4-BE49-F238E27FC236}">
                <a16:creationId xmlns:a16="http://schemas.microsoft.com/office/drawing/2014/main" id="{28829DA2-7DAE-4E08-ABE3-EA67D4F1D02D}"/>
              </a:ext>
            </a:extLst>
          </p:cNvPr>
          <p:cNvCxnSpPr/>
          <p:nvPr/>
        </p:nvCxnSpPr>
        <p:spPr>
          <a:xfrm flipV="1">
            <a:off x="10727735" y="2061462"/>
            <a:ext cx="122442" cy="9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AB9C9F09-73D0-4DE6-A78F-1BF0A69737CD}"/>
              </a:ext>
            </a:extLst>
          </p:cNvPr>
          <p:cNvCxnSpPr/>
          <p:nvPr/>
        </p:nvCxnSpPr>
        <p:spPr>
          <a:xfrm flipV="1">
            <a:off x="10763286" y="2239520"/>
            <a:ext cx="122442" cy="9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Isosceles Triangle 320">
            <a:extLst>
              <a:ext uri="{FF2B5EF4-FFF2-40B4-BE49-F238E27FC236}">
                <a16:creationId xmlns:a16="http://schemas.microsoft.com/office/drawing/2014/main" id="{A3A7875A-AD56-459D-BA42-D6AEAF43624B}"/>
              </a:ext>
            </a:extLst>
          </p:cNvPr>
          <p:cNvSpPr/>
          <p:nvPr/>
        </p:nvSpPr>
        <p:spPr>
          <a:xfrm rot="5400000">
            <a:off x="10663243" y="2033647"/>
            <a:ext cx="98992" cy="93784"/>
          </a:xfrm>
          <a:prstGeom prst="triangl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2" name="Isosceles Triangle 321">
            <a:extLst>
              <a:ext uri="{FF2B5EF4-FFF2-40B4-BE49-F238E27FC236}">
                <a16:creationId xmlns:a16="http://schemas.microsoft.com/office/drawing/2014/main" id="{5723CF4F-9EE9-4158-9B6C-370E561DADD2}"/>
              </a:ext>
            </a:extLst>
          </p:cNvPr>
          <p:cNvSpPr/>
          <p:nvPr/>
        </p:nvSpPr>
        <p:spPr>
          <a:xfrm rot="5400000">
            <a:off x="10663243" y="2186047"/>
            <a:ext cx="98992" cy="9378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3" name="Isosceles Triangle 322">
            <a:extLst>
              <a:ext uri="{FF2B5EF4-FFF2-40B4-BE49-F238E27FC236}">
                <a16:creationId xmlns:a16="http://schemas.microsoft.com/office/drawing/2014/main" id="{AD0CFECE-DC18-400D-9CDA-FB6A235B8B6C}"/>
              </a:ext>
            </a:extLst>
          </p:cNvPr>
          <p:cNvSpPr/>
          <p:nvPr/>
        </p:nvSpPr>
        <p:spPr>
          <a:xfrm rot="5400000">
            <a:off x="10663243" y="2350362"/>
            <a:ext cx="98992" cy="93784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4" name="Isosceles Triangle 323">
            <a:extLst>
              <a:ext uri="{FF2B5EF4-FFF2-40B4-BE49-F238E27FC236}">
                <a16:creationId xmlns:a16="http://schemas.microsoft.com/office/drawing/2014/main" id="{50D45BB9-8004-4488-A213-3DA828DE79D2}"/>
              </a:ext>
            </a:extLst>
          </p:cNvPr>
          <p:cNvSpPr/>
          <p:nvPr/>
        </p:nvSpPr>
        <p:spPr>
          <a:xfrm rot="5400000">
            <a:off x="10663243" y="2506981"/>
            <a:ext cx="98992" cy="93784"/>
          </a:xfrm>
          <a:prstGeom prst="triangle">
            <a:avLst/>
          </a:prstGeom>
          <a:solidFill>
            <a:srgbClr val="14BD0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26" name="Straight Arrow Connector 325">
            <a:extLst>
              <a:ext uri="{FF2B5EF4-FFF2-40B4-BE49-F238E27FC236}">
                <a16:creationId xmlns:a16="http://schemas.microsoft.com/office/drawing/2014/main" id="{74B490D4-CF5A-482A-97CF-36C0BBEDACA9}"/>
              </a:ext>
            </a:extLst>
          </p:cNvPr>
          <p:cNvCxnSpPr/>
          <p:nvPr/>
        </p:nvCxnSpPr>
        <p:spPr>
          <a:xfrm flipV="1">
            <a:off x="10770507" y="1457046"/>
            <a:ext cx="122442" cy="9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A0AC0FF6-0687-4637-9FF4-53F1046ED9A1}"/>
              </a:ext>
            </a:extLst>
          </p:cNvPr>
          <p:cNvCxnSpPr/>
          <p:nvPr/>
        </p:nvCxnSpPr>
        <p:spPr>
          <a:xfrm>
            <a:off x="10536047" y="2081384"/>
            <a:ext cx="0" cy="1581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7DAB3C2F-8112-491C-A40C-CFD31E5C5F47}"/>
              </a:ext>
            </a:extLst>
          </p:cNvPr>
          <p:cNvCxnSpPr/>
          <p:nvPr/>
        </p:nvCxnSpPr>
        <p:spPr>
          <a:xfrm>
            <a:off x="10536047" y="2504377"/>
            <a:ext cx="0" cy="607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05E525BE-B629-43D9-8EF4-73E791864698}"/>
              </a:ext>
            </a:extLst>
          </p:cNvPr>
          <p:cNvCxnSpPr>
            <a:cxnSpLocks/>
          </p:cNvCxnSpPr>
          <p:nvPr/>
        </p:nvCxnSpPr>
        <p:spPr>
          <a:xfrm flipH="1">
            <a:off x="10759632" y="2512073"/>
            <a:ext cx="6458" cy="124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A437A72C-5962-4413-94D7-D3B0EB8AC773}"/>
              </a:ext>
            </a:extLst>
          </p:cNvPr>
          <p:cNvCxnSpPr/>
          <p:nvPr/>
        </p:nvCxnSpPr>
        <p:spPr>
          <a:xfrm>
            <a:off x="10759631" y="2347758"/>
            <a:ext cx="6459" cy="115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1EEAD076-D995-4E3B-9E4B-5D2140CB2755}"/>
              </a:ext>
            </a:extLst>
          </p:cNvPr>
          <p:cNvCxnSpPr>
            <a:cxnSpLocks/>
            <a:stCxn id="301" idx="22"/>
          </p:cNvCxnSpPr>
          <p:nvPr/>
        </p:nvCxnSpPr>
        <p:spPr>
          <a:xfrm flipH="1">
            <a:off x="11335097" y="2565093"/>
            <a:ext cx="3322" cy="712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CA7B2489-09E6-44E0-9001-90F80241FCAE}"/>
              </a:ext>
            </a:extLst>
          </p:cNvPr>
          <p:cNvCxnSpPr/>
          <p:nvPr/>
        </p:nvCxnSpPr>
        <p:spPr>
          <a:xfrm>
            <a:off x="8098697" y="2262793"/>
            <a:ext cx="1426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E48C378C-A7B4-4D0D-8E88-6BF85F765984}"/>
              </a:ext>
            </a:extLst>
          </p:cNvPr>
          <p:cNvCxnSpPr/>
          <p:nvPr/>
        </p:nvCxnSpPr>
        <p:spPr>
          <a:xfrm>
            <a:off x="8091427" y="2586852"/>
            <a:ext cx="231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D8C2C356-9E84-4E98-A6E0-8CEE145E5D42}"/>
              </a:ext>
            </a:extLst>
          </p:cNvPr>
          <p:cNvCxnSpPr/>
          <p:nvPr/>
        </p:nvCxnSpPr>
        <p:spPr>
          <a:xfrm>
            <a:off x="6892397" y="2262793"/>
            <a:ext cx="1569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D6FA850E-50FD-401D-A475-3CCACAB321D5}"/>
              </a:ext>
            </a:extLst>
          </p:cNvPr>
          <p:cNvCxnSpPr>
            <a:endCxn id="322" idx="3"/>
          </p:cNvCxnSpPr>
          <p:nvPr/>
        </p:nvCxnSpPr>
        <p:spPr>
          <a:xfrm>
            <a:off x="10622485" y="2232939"/>
            <a:ext cx="433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4" name="Straight Arrow Connector 793">
            <a:extLst>
              <a:ext uri="{FF2B5EF4-FFF2-40B4-BE49-F238E27FC236}">
                <a16:creationId xmlns:a16="http://schemas.microsoft.com/office/drawing/2014/main" id="{311C5CFE-DE73-4730-BA1E-EA51994DDA6A}"/>
              </a:ext>
            </a:extLst>
          </p:cNvPr>
          <p:cNvCxnSpPr>
            <a:cxnSpLocks/>
          </p:cNvCxnSpPr>
          <p:nvPr/>
        </p:nvCxnSpPr>
        <p:spPr>
          <a:xfrm flipV="1">
            <a:off x="10958906" y="2776487"/>
            <a:ext cx="107751" cy="72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5" name="Rectangle 794">
            <a:extLst>
              <a:ext uri="{FF2B5EF4-FFF2-40B4-BE49-F238E27FC236}">
                <a16:creationId xmlns:a16="http://schemas.microsoft.com/office/drawing/2014/main" id="{F73D0C87-63DF-46CD-A0ED-A24F37366CBC}"/>
              </a:ext>
            </a:extLst>
          </p:cNvPr>
          <p:cNvSpPr/>
          <p:nvPr/>
        </p:nvSpPr>
        <p:spPr>
          <a:xfrm>
            <a:off x="6983694" y="2750631"/>
            <a:ext cx="476250" cy="442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9D35C08C-B2CA-4A91-963D-056689B09522}"/>
              </a:ext>
            </a:extLst>
          </p:cNvPr>
          <p:cNvSpPr/>
          <p:nvPr/>
        </p:nvSpPr>
        <p:spPr>
          <a:xfrm>
            <a:off x="8352882" y="2755839"/>
            <a:ext cx="476250" cy="442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97" name="Trapezoid 796">
            <a:extLst>
              <a:ext uri="{FF2B5EF4-FFF2-40B4-BE49-F238E27FC236}">
                <a16:creationId xmlns:a16="http://schemas.microsoft.com/office/drawing/2014/main" id="{8E819F17-3F33-4619-AA26-C0E91CCC47D9}"/>
              </a:ext>
            </a:extLst>
          </p:cNvPr>
          <p:cNvSpPr/>
          <p:nvPr/>
        </p:nvSpPr>
        <p:spPr>
          <a:xfrm rot="5400000">
            <a:off x="9537390" y="2708216"/>
            <a:ext cx="552452" cy="428623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01" name="Straight Connector 800">
            <a:extLst>
              <a:ext uri="{FF2B5EF4-FFF2-40B4-BE49-F238E27FC236}">
                <a16:creationId xmlns:a16="http://schemas.microsoft.com/office/drawing/2014/main" id="{1F7F124E-5AF0-41C9-B663-BA085E07AB13}"/>
              </a:ext>
            </a:extLst>
          </p:cNvPr>
          <p:cNvCxnSpPr>
            <a:cxnSpLocks/>
          </p:cNvCxnSpPr>
          <p:nvPr/>
        </p:nvCxnSpPr>
        <p:spPr>
          <a:xfrm>
            <a:off x="8829132" y="2799229"/>
            <a:ext cx="8003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4" name="Straight Connector 803">
            <a:extLst>
              <a:ext uri="{FF2B5EF4-FFF2-40B4-BE49-F238E27FC236}">
                <a16:creationId xmlns:a16="http://schemas.microsoft.com/office/drawing/2014/main" id="{FD16AFF8-4C3D-4B84-8065-ED16BC331184}"/>
              </a:ext>
            </a:extLst>
          </p:cNvPr>
          <p:cNvCxnSpPr/>
          <p:nvPr/>
        </p:nvCxnSpPr>
        <p:spPr>
          <a:xfrm>
            <a:off x="6878107" y="2826192"/>
            <a:ext cx="1026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5" name="Freeform: Shape 804">
            <a:extLst>
              <a:ext uri="{FF2B5EF4-FFF2-40B4-BE49-F238E27FC236}">
                <a16:creationId xmlns:a16="http://schemas.microsoft.com/office/drawing/2014/main" id="{561D009F-B1FE-40DC-87DD-E59954BEDEA2}"/>
              </a:ext>
            </a:extLst>
          </p:cNvPr>
          <p:cNvSpPr/>
          <p:nvPr/>
        </p:nvSpPr>
        <p:spPr>
          <a:xfrm>
            <a:off x="8209092" y="2945116"/>
            <a:ext cx="38350" cy="83364"/>
          </a:xfrm>
          <a:custGeom>
            <a:avLst/>
            <a:gdLst>
              <a:gd name="connsiteX0" fmla="*/ 35745 w 38350"/>
              <a:gd name="connsiteY0" fmla="*/ 0 h 83364"/>
              <a:gd name="connsiteX1" fmla="*/ 20114 w 38350"/>
              <a:gd name="connsiteY1" fmla="*/ 2605 h 83364"/>
              <a:gd name="connsiteX2" fmla="*/ 14904 w 38350"/>
              <a:gd name="connsiteY2" fmla="*/ 13025 h 83364"/>
              <a:gd name="connsiteX3" fmla="*/ 7089 w 38350"/>
              <a:gd name="connsiteY3" fmla="*/ 18236 h 83364"/>
              <a:gd name="connsiteX4" fmla="*/ 4484 w 38350"/>
              <a:gd name="connsiteY4" fmla="*/ 57313 h 83364"/>
              <a:gd name="connsiteX5" fmla="*/ 12299 w 38350"/>
              <a:gd name="connsiteY5" fmla="*/ 62523 h 83364"/>
              <a:gd name="connsiteX6" fmla="*/ 27930 w 38350"/>
              <a:gd name="connsiteY6" fmla="*/ 67733 h 83364"/>
              <a:gd name="connsiteX7" fmla="*/ 35745 w 38350"/>
              <a:gd name="connsiteY7" fmla="*/ 75549 h 83364"/>
              <a:gd name="connsiteX8" fmla="*/ 38350 w 38350"/>
              <a:gd name="connsiteY8" fmla="*/ 83364 h 8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350" h="83364">
                <a:moveTo>
                  <a:pt x="35745" y="0"/>
                </a:moveTo>
                <a:cubicBezTo>
                  <a:pt x="30535" y="868"/>
                  <a:pt x="24593" y="-194"/>
                  <a:pt x="20114" y="2605"/>
                </a:cubicBezTo>
                <a:cubicBezTo>
                  <a:pt x="16821" y="4663"/>
                  <a:pt x="17390" y="10042"/>
                  <a:pt x="14904" y="13025"/>
                </a:cubicBezTo>
                <a:cubicBezTo>
                  <a:pt x="12900" y="15430"/>
                  <a:pt x="9694" y="16499"/>
                  <a:pt x="7089" y="18236"/>
                </a:cubicBezTo>
                <a:cubicBezTo>
                  <a:pt x="-645" y="33701"/>
                  <a:pt x="-2838" y="33516"/>
                  <a:pt x="4484" y="57313"/>
                </a:cubicBezTo>
                <a:cubicBezTo>
                  <a:pt x="5405" y="60305"/>
                  <a:pt x="9438" y="61251"/>
                  <a:pt x="12299" y="62523"/>
                </a:cubicBezTo>
                <a:cubicBezTo>
                  <a:pt x="17318" y="64753"/>
                  <a:pt x="27930" y="67733"/>
                  <a:pt x="27930" y="67733"/>
                </a:cubicBezTo>
                <a:cubicBezTo>
                  <a:pt x="30535" y="70338"/>
                  <a:pt x="33701" y="72483"/>
                  <a:pt x="35745" y="75549"/>
                </a:cubicBezTo>
                <a:cubicBezTo>
                  <a:pt x="37268" y="77834"/>
                  <a:pt x="38350" y="83364"/>
                  <a:pt x="38350" y="83364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06" name="Straight Connector 805">
            <a:extLst>
              <a:ext uri="{FF2B5EF4-FFF2-40B4-BE49-F238E27FC236}">
                <a16:creationId xmlns:a16="http://schemas.microsoft.com/office/drawing/2014/main" id="{2B2712A1-F1D5-4892-AD25-A95845E1E839}"/>
              </a:ext>
            </a:extLst>
          </p:cNvPr>
          <p:cNvCxnSpPr>
            <a:cxnSpLocks/>
          </p:cNvCxnSpPr>
          <p:nvPr/>
        </p:nvCxnSpPr>
        <p:spPr>
          <a:xfrm>
            <a:off x="6880880" y="2968337"/>
            <a:ext cx="0" cy="383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7" name="Freeform: Shape 806">
            <a:extLst>
              <a:ext uri="{FF2B5EF4-FFF2-40B4-BE49-F238E27FC236}">
                <a16:creationId xmlns:a16="http://schemas.microsoft.com/office/drawing/2014/main" id="{1012A4CE-BE3A-428C-8191-0E2402E3A8C2}"/>
              </a:ext>
            </a:extLst>
          </p:cNvPr>
          <p:cNvSpPr/>
          <p:nvPr/>
        </p:nvSpPr>
        <p:spPr>
          <a:xfrm>
            <a:off x="6848600" y="2901524"/>
            <a:ext cx="35580" cy="70338"/>
          </a:xfrm>
          <a:custGeom>
            <a:avLst/>
            <a:gdLst>
              <a:gd name="connsiteX0" fmla="*/ 35580 w 35580"/>
              <a:gd name="connsiteY0" fmla="*/ 0 h 70338"/>
              <a:gd name="connsiteX1" fmla="*/ 17344 w 35580"/>
              <a:gd name="connsiteY1" fmla="*/ 2605 h 70338"/>
              <a:gd name="connsiteX2" fmla="*/ 4318 w 35580"/>
              <a:gd name="connsiteY2" fmla="*/ 15630 h 70338"/>
              <a:gd name="connsiteX3" fmla="*/ 4318 w 35580"/>
              <a:gd name="connsiteY3" fmla="*/ 59918 h 70338"/>
              <a:gd name="connsiteX4" fmla="*/ 17344 w 35580"/>
              <a:gd name="connsiteY4" fmla="*/ 67733 h 70338"/>
              <a:gd name="connsiteX5" fmla="*/ 30370 w 35580"/>
              <a:gd name="connsiteY5" fmla="*/ 70338 h 70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580" h="70338">
                <a:moveTo>
                  <a:pt x="35580" y="0"/>
                </a:moveTo>
                <a:cubicBezTo>
                  <a:pt x="29501" y="868"/>
                  <a:pt x="22836" y="-141"/>
                  <a:pt x="17344" y="2605"/>
                </a:cubicBezTo>
                <a:cubicBezTo>
                  <a:pt x="11852" y="5351"/>
                  <a:pt x="4318" y="15630"/>
                  <a:pt x="4318" y="15630"/>
                </a:cubicBezTo>
                <a:cubicBezTo>
                  <a:pt x="-1484" y="33040"/>
                  <a:pt x="-1396" y="29447"/>
                  <a:pt x="4318" y="59918"/>
                </a:cubicBezTo>
                <a:cubicBezTo>
                  <a:pt x="5224" y="64752"/>
                  <a:pt x="14182" y="66943"/>
                  <a:pt x="17344" y="67733"/>
                </a:cubicBezTo>
                <a:cubicBezTo>
                  <a:pt x="21640" y="68807"/>
                  <a:pt x="30370" y="70338"/>
                  <a:pt x="30370" y="703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2760C19E-9FE2-40A1-B18F-72900E6620DE}"/>
              </a:ext>
            </a:extLst>
          </p:cNvPr>
          <p:cNvCxnSpPr>
            <a:cxnSpLocks/>
            <a:stCxn id="807" idx="0"/>
          </p:cNvCxnSpPr>
          <p:nvPr/>
        </p:nvCxnSpPr>
        <p:spPr>
          <a:xfrm flipH="1" flipV="1">
            <a:off x="6880880" y="2433758"/>
            <a:ext cx="3300" cy="46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Straight Connector 808">
            <a:extLst>
              <a:ext uri="{FF2B5EF4-FFF2-40B4-BE49-F238E27FC236}">
                <a16:creationId xmlns:a16="http://schemas.microsoft.com/office/drawing/2014/main" id="{C4A9E8BF-7F77-474C-B0D0-7785BA9267E5}"/>
              </a:ext>
            </a:extLst>
          </p:cNvPr>
          <p:cNvCxnSpPr>
            <a:cxnSpLocks/>
          </p:cNvCxnSpPr>
          <p:nvPr/>
        </p:nvCxnSpPr>
        <p:spPr>
          <a:xfrm>
            <a:off x="7036058" y="2528295"/>
            <a:ext cx="12113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4" name="Straight Connector 813">
            <a:extLst>
              <a:ext uri="{FF2B5EF4-FFF2-40B4-BE49-F238E27FC236}">
                <a16:creationId xmlns:a16="http://schemas.microsoft.com/office/drawing/2014/main" id="{BB559A95-E584-4E73-91AD-2E9F023789BC}"/>
              </a:ext>
            </a:extLst>
          </p:cNvPr>
          <p:cNvCxnSpPr>
            <a:cxnSpLocks/>
          </p:cNvCxnSpPr>
          <p:nvPr/>
        </p:nvCxnSpPr>
        <p:spPr>
          <a:xfrm>
            <a:off x="10924255" y="3176241"/>
            <a:ext cx="251853" cy="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F51B5710-C6FC-42F7-8B83-6A54B329A24A}"/>
              </a:ext>
            </a:extLst>
          </p:cNvPr>
          <p:cNvCxnSpPr/>
          <p:nvPr/>
        </p:nvCxnSpPr>
        <p:spPr>
          <a:xfrm>
            <a:off x="11276421" y="2902097"/>
            <a:ext cx="0" cy="1324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7" name="Freeform: Shape 816">
            <a:extLst>
              <a:ext uri="{FF2B5EF4-FFF2-40B4-BE49-F238E27FC236}">
                <a16:creationId xmlns:a16="http://schemas.microsoft.com/office/drawing/2014/main" id="{CFD13732-6680-4E4F-9C54-8C99E118BF50}"/>
              </a:ext>
            </a:extLst>
          </p:cNvPr>
          <p:cNvSpPr/>
          <p:nvPr/>
        </p:nvSpPr>
        <p:spPr>
          <a:xfrm>
            <a:off x="11263400" y="3032667"/>
            <a:ext cx="49973" cy="95244"/>
          </a:xfrm>
          <a:custGeom>
            <a:avLst/>
            <a:gdLst>
              <a:gd name="connsiteX0" fmla="*/ 5278 w 52170"/>
              <a:gd name="connsiteY0" fmla="*/ 2687 h 151179"/>
              <a:gd name="connsiteX1" fmla="*/ 31329 w 52170"/>
              <a:gd name="connsiteY1" fmla="*/ 2687 h 151179"/>
              <a:gd name="connsiteX2" fmla="*/ 36540 w 52170"/>
              <a:gd name="connsiteY2" fmla="*/ 7897 h 151179"/>
              <a:gd name="connsiteX3" fmla="*/ 28724 w 52170"/>
              <a:gd name="connsiteY3" fmla="*/ 20922 h 151179"/>
              <a:gd name="connsiteX4" fmla="*/ 23514 w 52170"/>
              <a:gd name="connsiteY4" fmla="*/ 28738 h 151179"/>
              <a:gd name="connsiteX5" fmla="*/ 7883 w 52170"/>
              <a:gd name="connsiteY5" fmla="*/ 33948 h 151179"/>
              <a:gd name="connsiteX6" fmla="*/ 68 w 52170"/>
              <a:gd name="connsiteY6" fmla="*/ 39158 h 151179"/>
              <a:gd name="connsiteX7" fmla="*/ 5278 w 52170"/>
              <a:gd name="connsiteY7" fmla="*/ 44369 h 151179"/>
              <a:gd name="connsiteX8" fmla="*/ 26119 w 52170"/>
              <a:gd name="connsiteY8" fmla="*/ 46974 h 151179"/>
              <a:gd name="connsiteX9" fmla="*/ 33935 w 52170"/>
              <a:gd name="connsiteY9" fmla="*/ 49579 h 151179"/>
              <a:gd name="connsiteX10" fmla="*/ 44355 w 52170"/>
              <a:gd name="connsiteY10" fmla="*/ 52184 h 151179"/>
              <a:gd name="connsiteX11" fmla="*/ 52170 w 52170"/>
              <a:gd name="connsiteY11" fmla="*/ 57394 h 151179"/>
              <a:gd name="connsiteX12" fmla="*/ 49565 w 52170"/>
              <a:gd name="connsiteY12" fmla="*/ 67815 h 151179"/>
              <a:gd name="connsiteX13" fmla="*/ 36540 w 52170"/>
              <a:gd name="connsiteY13" fmla="*/ 80840 h 151179"/>
              <a:gd name="connsiteX14" fmla="*/ 18304 w 52170"/>
              <a:gd name="connsiteY14" fmla="*/ 93866 h 151179"/>
              <a:gd name="connsiteX15" fmla="*/ 68 w 52170"/>
              <a:gd name="connsiteY15" fmla="*/ 101681 h 151179"/>
              <a:gd name="connsiteX16" fmla="*/ 7883 w 52170"/>
              <a:gd name="connsiteY16" fmla="*/ 109497 h 151179"/>
              <a:gd name="connsiteX17" fmla="*/ 15699 w 52170"/>
              <a:gd name="connsiteY17" fmla="*/ 112102 h 151179"/>
              <a:gd name="connsiteX18" fmla="*/ 46960 w 52170"/>
              <a:gd name="connsiteY18" fmla="*/ 117312 h 151179"/>
              <a:gd name="connsiteX19" fmla="*/ 44355 w 52170"/>
              <a:gd name="connsiteY19" fmla="*/ 127733 h 151179"/>
              <a:gd name="connsiteX20" fmla="*/ 26119 w 52170"/>
              <a:gd name="connsiteY20" fmla="*/ 135548 h 151179"/>
              <a:gd name="connsiteX21" fmla="*/ 18304 w 52170"/>
              <a:gd name="connsiteY21" fmla="*/ 138153 h 151179"/>
              <a:gd name="connsiteX22" fmla="*/ 68 w 52170"/>
              <a:gd name="connsiteY22" fmla="*/ 151179 h 151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2170" h="151179">
                <a:moveTo>
                  <a:pt x="5278" y="2687"/>
                </a:moveTo>
                <a:cubicBezTo>
                  <a:pt x="16332" y="475"/>
                  <a:pt x="20275" y="-2051"/>
                  <a:pt x="31329" y="2687"/>
                </a:cubicBezTo>
                <a:cubicBezTo>
                  <a:pt x="33587" y="3655"/>
                  <a:pt x="34803" y="6160"/>
                  <a:pt x="36540" y="7897"/>
                </a:cubicBezTo>
                <a:cubicBezTo>
                  <a:pt x="41165" y="21772"/>
                  <a:pt x="40481" y="11124"/>
                  <a:pt x="28724" y="20922"/>
                </a:cubicBezTo>
                <a:cubicBezTo>
                  <a:pt x="26319" y="22926"/>
                  <a:pt x="26169" y="27078"/>
                  <a:pt x="23514" y="28738"/>
                </a:cubicBezTo>
                <a:cubicBezTo>
                  <a:pt x="18857" y="31649"/>
                  <a:pt x="7883" y="33948"/>
                  <a:pt x="7883" y="33948"/>
                </a:cubicBezTo>
                <a:cubicBezTo>
                  <a:pt x="5278" y="35685"/>
                  <a:pt x="827" y="36121"/>
                  <a:pt x="68" y="39158"/>
                </a:cubicBezTo>
                <a:cubicBezTo>
                  <a:pt x="-528" y="41541"/>
                  <a:pt x="2925" y="43663"/>
                  <a:pt x="5278" y="44369"/>
                </a:cubicBezTo>
                <a:cubicBezTo>
                  <a:pt x="11984" y="46381"/>
                  <a:pt x="19172" y="46106"/>
                  <a:pt x="26119" y="46974"/>
                </a:cubicBezTo>
                <a:cubicBezTo>
                  <a:pt x="28724" y="47842"/>
                  <a:pt x="31294" y="48825"/>
                  <a:pt x="33935" y="49579"/>
                </a:cubicBezTo>
                <a:cubicBezTo>
                  <a:pt x="37377" y="50563"/>
                  <a:pt x="41064" y="50774"/>
                  <a:pt x="44355" y="52184"/>
                </a:cubicBezTo>
                <a:cubicBezTo>
                  <a:pt x="47233" y="53417"/>
                  <a:pt x="49565" y="55657"/>
                  <a:pt x="52170" y="57394"/>
                </a:cubicBezTo>
                <a:cubicBezTo>
                  <a:pt x="51302" y="60868"/>
                  <a:pt x="50975" y="64524"/>
                  <a:pt x="49565" y="67815"/>
                </a:cubicBezTo>
                <a:cubicBezTo>
                  <a:pt x="45888" y="76396"/>
                  <a:pt x="43691" y="75732"/>
                  <a:pt x="36540" y="80840"/>
                </a:cubicBezTo>
                <a:cubicBezTo>
                  <a:pt x="33787" y="82807"/>
                  <a:pt x="22397" y="91819"/>
                  <a:pt x="18304" y="93866"/>
                </a:cubicBezTo>
                <a:cubicBezTo>
                  <a:pt x="12389" y="96823"/>
                  <a:pt x="6147" y="99076"/>
                  <a:pt x="68" y="101681"/>
                </a:cubicBezTo>
                <a:cubicBezTo>
                  <a:pt x="2673" y="104286"/>
                  <a:pt x="4818" y="107453"/>
                  <a:pt x="7883" y="109497"/>
                </a:cubicBezTo>
                <a:cubicBezTo>
                  <a:pt x="10168" y="111020"/>
                  <a:pt x="13058" y="111348"/>
                  <a:pt x="15699" y="112102"/>
                </a:cubicBezTo>
                <a:cubicBezTo>
                  <a:pt x="29088" y="115927"/>
                  <a:pt x="30043" y="115197"/>
                  <a:pt x="46960" y="117312"/>
                </a:cubicBezTo>
                <a:cubicBezTo>
                  <a:pt x="46092" y="120786"/>
                  <a:pt x="46341" y="124754"/>
                  <a:pt x="44355" y="127733"/>
                </a:cubicBezTo>
                <a:cubicBezTo>
                  <a:pt x="40623" y="133332"/>
                  <a:pt x="31501" y="134010"/>
                  <a:pt x="26119" y="135548"/>
                </a:cubicBezTo>
                <a:cubicBezTo>
                  <a:pt x="23479" y="136302"/>
                  <a:pt x="20704" y="136819"/>
                  <a:pt x="18304" y="138153"/>
                </a:cubicBezTo>
                <a:cubicBezTo>
                  <a:pt x="5815" y="145092"/>
                  <a:pt x="6285" y="144962"/>
                  <a:pt x="68" y="15117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3AE5DCD7-54FF-4C1E-B4AF-28E517F6D630}"/>
              </a:ext>
            </a:extLst>
          </p:cNvPr>
          <p:cNvCxnSpPr>
            <a:cxnSpLocks/>
          </p:cNvCxnSpPr>
          <p:nvPr/>
        </p:nvCxnSpPr>
        <p:spPr>
          <a:xfrm>
            <a:off x="11180348" y="2909799"/>
            <a:ext cx="97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C6414EDC-5452-4973-82BF-54FC9062F00F}"/>
              </a:ext>
            </a:extLst>
          </p:cNvPr>
          <p:cNvCxnSpPr/>
          <p:nvPr/>
        </p:nvCxnSpPr>
        <p:spPr>
          <a:xfrm flipH="1">
            <a:off x="11181404" y="3214378"/>
            <a:ext cx="36472" cy="824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" name="Straight Connector 819">
            <a:extLst>
              <a:ext uri="{FF2B5EF4-FFF2-40B4-BE49-F238E27FC236}">
                <a16:creationId xmlns:a16="http://schemas.microsoft.com/office/drawing/2014/main" id="{9044D74B-14BA-40D9-A3AA-CA2006A5FA8E}"/>
              </a:ext>
            </a:extLst>
          </p:cNvPr>
          <p:cNvCxnSpPr>
            <a:cxnSpLocks/>
          </p:cNvCxnSpPr>
          <p:nvPr/>
        </p:nvCxnSpPr>
        <p:spPr>
          <a:xfrm flipH="1">
            <a:off x="11227122" y="3214378"/>
            <a:ext cx="32369" cy="78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Straight Connector 820">
            <a:extLst>
              <a:ext uri="{FF2B5EF4-FFF2-40B4-BE49-F238E27FC236}">
                <a16:creationId xmlns:a16="http://schemas.microsoft.com/office/drawing/2014/main" id="{625894D5-AC92-4A62-8568-65DFCD415826}"/>
              </a:ext>
            </a:extLst>
          </p:cNvPr>
          <p:cNvCxnSpPr>
            <a:cxnSpLocks/>
          </p:cNvCxnSpPr>
          <p:nvPr/>
        </p:nvCxnSpPr>
        <p:spPr>
          <a:xfrm flipH="1">
            <a:off x="11268737" y="3214378"/>
            <a:ext cx="36472" cy="78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" name="Straight Connector 821">
            <a:extLst>
              <a:ext uri="{FF2B5EF4-FFF2-40B4-BE49-F238E27FC236}">
                <a16:creationId xmlns:a16="http://schemas.microsoft.com/office/drawing/2014/main" id="{2D5180C4-248D-49DA-A816-C60CF16DBABC}"/>
              </a:ext>
            </a:extLst>
          </p:cNvPr>
          <p:cNvCxnSpPr/>
          <p:nvPr/>
        </p:nvCxnSpPr>
        <p:spPr>
          <a:xfrm>
            <a:off x="10027926" y="3066759"/>
            <a:ext cx="6605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F310D11F-3EDD-432C-8499-A628CCFB4225}"/>
              </a:ext>
            </a:extLst>
          </p:cNvPr>
          <p:cNvCxnSpPr>
            <a:cxnSpLocks/>
          </p:cNvCxnSpPr>
          <p:nvPr/>
        </p:nvCxnSpPr>
        <p:spPr>
          <a:xfrm>
            <a:off x="10026072" y="2873476"/>
            <a:ext cx="7543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6F17CE54-EC3E-48D2-9303-8E6B017B0E24}"/>
              </a:ext>
            </a:extLst>
          </p:cNvPr>
          <p:cNvCxnSpPr>
            <a:cxnSpLocks/>
          </p:cNvCxnSpPr>
          <p:nvPr/>
        </p:nvCxnSpPr>
        <p:spPr>
          <a:xfrm>
            <a:off x="10027926" y="2980790"/>
            <a:ext cx="7126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54B91DFA-EB1B-4EBB-9EB0-E4B2AA0EDB5E}"/>
              </a:ext>
            </a:extLst>
          </p:cNvPr>
          <p:cNvCxnSpPr/>
          <p:nvPr/>
        </p:nvCxnSpPr>
        <p:spPr>
          <a:xfrm>
            <a:off x="10027926" y="2795321"/>
            <a:ext cx="6605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6" name="Straight Connector 825">
            <a:extLst>
              <a:ext uri="{FF2B5EF4-FFF2-40B4-BE49-F238E27FC236}">
                <a16:creationId xmlns:a16="http://schemas.microsoft.com/office/drawing/2014/main" id="{16D8137A-1403-4A30-AFB4-56F608B71DE3}"/>
              </a:ext>
            </a:extLst>
          </p:cNvPr>
          <p:cNvCxnSpPr>
            <a:cxnSpLocks/>
            <a:stCxn id="322" idx="0"/>
          </p:cNvCxnSpPr>
          <p:nvPr/>
        </p:nvCxnSpPr>
        <p:spPr>
          <a:xfrm>
            <a:off x="10759631" y="2232939"/>
            <a:ext cx="694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1" name="Straight Arrow Connector 830">
            <a:extLst>
              <a:ext uri="{FF2B5EF4-FFF2-40B4-BE49-F238E27FC236}">
                <a16:creationId xmlns:a16="http://schemas.microsoft.com/office/drawing/2014/main" id="{D54B8547-31F6-4B14-85FB-17D72E69CB46}"/>
              </a:ext>
            </a:extLst>
          </p:cNvPr>
          <p:cNvCxnSpPr>
            <a:cxnSpLocks/>
          </p:cNvCxnSpPr>
          <p:nvPr/>
        </p:nvCxnSpPr>
        <p:spPr>
          <a:xfrm flipV="1">
            <a:off x="10929094" y="2599426"/>
            <a:ext cx="107751" cy="72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" name="Straight Arrow Connector 831">
            <a:extLst>
              <a:ext uri="{FF2B5EF4-FFF2-40B4-BE49-F238E27FC236}">
                <a16:creationId xmlns:a16="http://schemas.microsoft.com/office/drawing/2014/main" id="{B3AFB6C2-19CE-4FC1-B588-8648988B7E1F}"/>
              </a:ext>
            </a:extLst>
          </p:cNvPr>
          <p:cNvCxnSpPr>
            <a:cxnSpLocks/>
          </p:cNvCxnSpPr>
          <p:nvPr/>
        </p:nvCxnSpPr>
        <p:spPr>
          <a:xfrm flipV="1">
            <a:off x="10966778" y="2942542"/>
            <a:ext cx="107751" cy="72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" name="Straight Arrow Connector 832">
            <a:extLst>
              <a:ext uri="{FF2B5EF4-FFF2-40B4-BE49-F238E27FC236}">
                <a16:creationId xmlns:a16="http://schemas.microsoft.com/office/drawing/2014/main" id="{C495353D-7578-4C48-A879-A3BC430835BE}"/>
              </a:ext>
            </a:extLst>
          </p:cNvPr>
          <p:cNvCxnSpPr/>
          <p:nvPr/>
        </p:nvCxnSpPr>
        <p:spPr>
          <a:xfrm flipV="1">
            <a:off x="10905518" y="2899947"/>
            <a:ext cx="122442" cy="9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4" name="Straight Arrow Connector 833">
            <a:extLst>
              <a:ext uri="{FF2B5EF4-FFF2-40B4-BE49-F238E27FC236}">
                <a16:creationId xmlns:a16="http://schemas.microsoft.com/office/drawing/2014/main" id="{C00F0720-9762-4F31-B079-BA27991D56F1}"/>
              </a:ext>
            </a:extLst>
          </p:cNvPr>
          <p:cNvCxnSpPr/>
          <p:nvPr/>
        </p:nvCxnSpPr>
        <p:spPr>
          <a:xfrm flipV="1">
            <a:off x="10856281" y="2567177"/>
            <a:ext cx="122442" cy="9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Straight Arrow Connector 834">
            <a:extLst>
              <a:ext uri="{FF2B5EF4-FFF2-40B4-BE49-F238E27FC236}">
                <a16:creationId xmlns:a16="http://schemas.microsoft.com/office/drawing/2014/main" id="{FDAC34EA-5CAD-48C6-9EBE-DA85D404A570}"/>
              </a:ext>
            </a:extLst>
          </p:cNvPr>
          <p:cNvCxnSpPr/>
          <p:nvPr/>
        </p:nvCxnSpPr>
        <p:spPr>
          <a:xfrm flipV="1">
            <a:off x="10898968" y="2732498"/>
            <a:ext cx="122442" cy="9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6" name="Isosceles Triangle 835">
            <a:extLst>
              <a:ext uri="{FF2B5EF4-FFF2-40B4-BE49-F238E27FC236}">
                <a16:creationId xmlns:a16="http://schemas.microsoft.com/office/drawing/2014/main" id="{848A34C7-B731-4DCC-9AD2-EE78A8E10E68}"/>
              </a:ext>
            </a:extLst>
          </p:cNvPr>
          <p:cNvSpPr/>
          <p:nvPr/>
        </p:nvSpPr>
        <p:spPr>
          <a:xfrm rot="5400000">
            <a:off x="10815643" y="2656221"/>
            <a:ext cx="98992" cy="93784"/>
          </a:xfrm>
          <a:prstGeom prst="triangl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37" name="Isosceles Triangle 836">
            <a:extLst>
              <a:ext uri="{FF2B5EF4-FFF2-40B4-BE49-F238E27FC236}">
                <a16:creationId xmlns:a16="http://schemas.microsoft.com/office/drawing/2014/main" id="{B9B300EE-FC34-4F69-9190-9F2C2A922DAA}"/>
              </a:ext>
            </a:extLst>
          </p:cNvPr>
          <p:cNvSpPr/>
          <p:nvPr/>
        </p:nvSpPr>
        <p:spPr>
          <a:xfrm rot="5400000">
            <a:off x="10815643" y="2808621"/>
            <a:ext cx="98992" cy="9378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38" name="Isosceles Triangle 837">
            <a:extLst>
              <a:ext uri="{FF2B5EF4-FFF2-40B4-BE49-F238E27FC236}">
                <a16:creationId xmlns:a16="http://schemas.microsoft.com/office/drawing/2014/main" id="{8D57279F-6E00-4D49-B1FA-EB7562CA983D}"/>
              </a:ext>
            </a:extLst>
          </p:cNvPr>
          <p:cNvSpPr/>
          <p:nvPr/>
        </p:nvSpPr>
        <p:spPr>
          <a:xfrm rot="5400000">
            <a:off x="10815643" y="2972936"/>
            <a:ext cx="98992" cy="93784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39" name="Isosceles Triangle 838">
            <a:extLst>
              <a:ext uri="{FF2B5EF4-FFF2-40B4-BE49-F238E27FC236}">
                <a16:creationId xmlns:a16="http://schemas.microsoft.com/office/drawing/2014/main" id="{DB67E0F7-304D-47DF-9033-B2A72B9F3C8C}"/>
              </a:ext>
            </a:extLst>
          </p:cNvPr>
          <p:cNvSpPr/>
          <p:nvPr/>
        </p:nvSpPr>
        <p:spPr>
          <a:xfrm rot="5400000">
            <a:off x="10815643" y="3129555"/>
            <a:ext cx="98992" cy="93784"/>
          </a:xfrm>
          <a:prstGeom prst="triangle">
            <a:avLst/>
          </a:prstGeom>
          <a:solidFill>
            <a:srgbClr val="14BD0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41" name="Straight Connector 840">
            <a:extLst>
              <a:ext uri="{FF2B5EF4-FFF2-40B4-BE49-F238E27FC236}">
                <a16:creationId xmlns:a16="http://schemas.microsoft.com/office/drawing/2014/main" id="{E03E170C-1F45-4ABF-923A-458DF798060D}"/>
              </a:ext>
            </a:extLst>
          </p:cNvPr>
          <p:cNvCxnSpPr>
            <a:cxnSpLocks/>
          </p:cNvCxnSpPr>
          <p:nvPr/>
        </p:nvCxnSpPr>
        <p:spPr>
          <a:xfrm>
            <a:off x="10692801" y="2702140"/>
            <a:ext cx="0" cy="936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841">
            <a:extLst>
              <a:ext uri="{FF2B5EF4-FFF2-40B4-BE49-F238E27FC236}">
                <a16:creationId xmlns:a16="http://schemas.microsoft.com/office/drawing/2014/main" id="{3FAD9154-3C7F-4C99-B24F-A5F86056FAB9}"/>
              </a:ext>
            </a:extLst>
          </p:cNvPr>
          <p:cNvCxnSpPr>
            <a:cxnSpLocks/>
          </p:cNvCxnSpPr>
          <p:nvPr/>
        </p:nvCxnSpPr>
        <p:spPr>
          <a:xfrm flipH="1">
            <a:off x="10911339" y="2639991"/>
            <a:ext cx="6458" cy="124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843">
            <a:extLst>
              <a:ext uri="{FF2B5EF4-FFF2-40B4-BE49-F238E27FC236}">
                <a16:creationId xmlns:a16="http://schemas.microsoft.com/office/drawing/2014/main" id="{375F1FF2-5B85-4F3A-84A0-07B1D13EB2E5}"/>
              </a:ext>
            </a:extLst>
          </p:cNvPr>
          <p:cNvCxnSpPr>
            <a:cxnSpLocks/>
          </p:cNvCxnSpPr>
          <p:nvPr/>
        </p:nvCxnSpPr>
        <p:spPr>
          <a:xfrm flipH="1">
            <a:off x="11261393" y="3132269"/>
            <a:ext cx="6424" cy="84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Straight Connector 845">
            <a:extLst>
              <a:ext uri="{FF2B5EF4-FFF2-40B4-BE49-F238E27FC236}">
                <a16:creationId xmlns:a16="http://schemas.microsoft.com/office/drawing/2014/main" id="{1F59E3C2-ED81-4627-96B5-219B3B930219}"/>
              </a:ext>
            </a:extLst>
          </p:cNvPr>
          <p:cNvCxnSpPr/>
          <p:nvPr/>
        </p:nvCxnSpPr>
        <p:spPr>
          <a:xfrm>
            <a:off x="8243827" y="3149234"/>
            <a:ext cx="231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Connector 846">
            <a:extLst>
              <a:ext uri="{FF2B5EF4-FFF2-40B4-BE49-F238E27FC236}">
                <a16:creationId xmlns:a16="http://schemas.microsoft.com/office/drawing/2014/main" id="{BC9E71AD-653E-4396-9881-B15C6CEEFEC9}"/>
              </a:ext>
            </a:extLst>
          </p:cNvPr>
          <p:cNvCxnSpPr/>
          <p:nvPr/>
        </p:nvCxnSpPr>
        <p:spPr>
          <a:xfrm>
            <a:off x="7044797" y="2415193"/>
            <a:ext cx="1569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8" name="Straight Connector 847">
            <a:extLst>
              <a:ext uri="{FF2B5EF4-FFF2-40B4-BE49-F238E27FC236}">
                <a16:creationId xmlns:a16="http://schemas.microsoft.com/office/drawing/2014/main" id="{C49D24D9-1E07-4807-B37C-0B51C2924ED7}"/>
              </a:ext>
            </a:extLst>
          </p:cNvPr>
          <p:cNvCxnSpPr>
            <a:endCxn id="837" idx="3"/>
          </p:cNvCxnSpPr>
          <p:nvPr/>
        </p:nvCxnSpPr>
        <p:spPr>
          <a:xfrm>
            <a:off x="10774885" y="2855513"/>
            <a:ext cx="433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Arrow Connector 848">
            <a:extLst>
              <a:ext uri="{FF2B5EF4-FFF2-40B4-BE49-F238E27FC236}">
                <a16:creationId xmlns:a16="http://schemas.microsoft.com/office/drawing/2014/main" id="{238CAB78-EB9B-4B6A-8D25-DFDBA9BD2B76}"/>
              </a:ext>
            </a:extLst>
          </p:cNvPr>
          <p:cNvCxnSpPr>
            <a:cxnSpLocks/>
          </p:cNvCxnSpPr>
          <p:nvPr/>
        </p:nvCxnSpPr>
        <p:spPr>
          <a:xfrm flipV="1">
            <a:off x="10796628" y="3668030"/>
            <a:ext cx="107751" cy="72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0" name="Rectangle 849">
            <a:extLst>
              <a:ext uri="{FF2B5EF4-FFF2-40B4-BE49-F238E27FC236}">
                <a16:creationId xmlns:a16="http://schemas.microsoft.com/office/drawing/2014/main" id="{CC4310AB-266B-4AE6-9E16-943BC7DC6BF3}"/>
              </a:ext>
            </a:extLst>
          </p:cNvPr>
          <p:cNvSpPr/>
          <p:nvPr/>
        </p:nvSpPr>
        <p:spPr>
          <a:xfrm>
            <a:off x="6967811" y="3582698"/>
            <a:ext cx="476250" cy="442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A8076F97-8216-41AD-88DA-C7E1A84630C8}"/>
              </a:ext>
            </a:extLst>
          </p:cNvPr>
          <p:cNvSpPr/>
          <p:nvPr/>
        </p:nvSpPr>
        <p:spPr>
          <a:xfrm>
            <a:off x="8181975" y="3579007"/>
            <a:ext cx="476250" cy="442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52" name="Trapezoid 851">
            <a:extLst>
              <a:ext uri="{FF2B5EF4-FFF2-40B4-BE49-F238E27FC236}">
                <a16:creationId xmlns:a16="http://schemas.microsoft.com/office/drawing/2014/main" id="{E47AA847-7CC5-4A07-A748-FD5FA1D0413D}"/>
              </a:ext>
            </a:extLst>
          </p:cNvPr>
          <p:cNvSpPr/>
          <p:nvPr/>
        </p:nvSpPr>
        <p:spPr>
          <a:xfrm rot="5400000">
            <a:off x="9366483" y="3531384"/>
            <a:ext cx="552452" cy="428623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53" name="Connector: Elbow 852">
            <a:extLst>
              <a:ext uri="{FF2B5EF4-FFF2-40B4-BE49-F238E27FC236}">
                <a16:creationId xmlns:a16="http://schemas.microsoft.com/office/drawing/2014/main" id="{CEEABE5C-A46B-46F6-9210-DABD95874558}"/>
              </a:ext>
            </a:extLst>
          </p:cNvPr>
          <p:cNvCxnSpPr>
            <a:endCxn id="851" idx="1"/>
          </p:cNvCxnSpPr>
          <p:nvPr/>
        </p:nvCxnSpPr>
        <p:spPr>
          <a:xfrm>
            <a:off x="7444061" y="3640633"/>
            <a:ext cx="737914" cy="15983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4" name="Straight Connector 853">
            <a:extLst>
              <a:ext uri="{FF2B5EF4-FFF2-40B4-BE49-F238E27FC236}">
                <a16:creationId xmlns:a16="http://schemas.microsoft.com/office/drawing/2014/main" id="{235765F3-E628-4BD8-AF2D-C24F2501C17B}"/>
              </a:ext>
            </a:extLst>
          </p:cNvPr>
          <p:cNvCxnSpPr>
            <a:cxnSpLocks/>
          </p:cNvCxnSpPr>
          <p:nvPr/>
        </p:nvCxnSpPr>
        <p:spPr>
          <a:xfrm flipH="1">
            <a:off x="7810350" y="3800464"/>
            <a:ext cx="3067" cy="400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854">
            <a:extLst>
              <a:ext uri="{FF2B5EF4-FFF2-40B4-BE49-F238E27FC236}">
                <a16:creationId xmlns:a16="http://schemas.microsoft.com/office/drawing/2014/main" id="{1E90881E-6D4F-4857-9D64-19BB8A2B1817}"/>
              </a:ext>
            </a:extLst>
          </p:cNvPr>
          <p:cNvCxnSpPr>
            <a:cxnSpLocks/>
          </p:cNvCxnSpPr>
          <p:nvPr/>
        </p:nvCxnSpPr>
        <p:spPr>
          <a:xfrm flipV="1">
            <a:off x="7810350" y="4188126"/>
            <a:ext cx="1368827" cy="12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6" name="Straight Connector 855">
            <a:extLst>
              <a:ext uri="{FF2B5EF4-FFF2-40B4-BE49-F238E27FC236}">
                <a16:creationId xmlns:a16="http://schemas.microsoft.com/office/drawing/2014/main" id="{97BE7668-7310-4EDA-A20F-9B4598917BE7}"/>
              </a:ext>
            </a:extLst>
          </p:cNvPr>
          <p:cNvCxnSpPr>
            <a:cxnSpLocks/>
          </p:cNvCxnSpPr>
          <p:nvPr/>
        </p:nvCxnSpPr>
        <p:spPr>
          <a:xfrm>
            <a:off x="8658225" y="3622397"/>
            <a:ext cx="8003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856">
            <a:extLst>
              <a:ext uri="{FF2B5EF4-FFF2-40B4-BE49-F238E27FC236}">
                <a16:creationId xmlns:a16="http://schemas.microsoft.com/office/drawing/2014/main" id="{1BA7B7F0-AA1F-4D8D-8175-0849F25801D2}"/>
              </a:ext>
            </a:extLst>
          </p:cNvPr>
          <p:cNvCxnSpPr>
            <a:cxnSpLocks/>
          </p:cNvCxnSpPr>
          <p:nvPr/>
        </p:nvCxnSpPr>
        <p:spPr>
          <a:xfrm flipV="1">
            <a:off x="9180648" y="3849044"/>
            <a:ext cx="0" cy="3516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857">
            <a:extLst>
              <a:ext uri="{FF2B5EF4-FFF2-40B4-BE49-F238E27FC236}">
                <a16:creationId xmlns:a16="http://schemas.microsoft.com/office/drawing/2014/main" id="{306AB3D7-C345-4F09-A3C6-B34E7B98008A}"/>
              </a:ext>
            </a:extLst>
          </p:cNvPr>
          <p:cNvCxnSpPr/>
          <p:nvPr/>
        </p:nvCxnSpPr>
        <p:spPr>
          <a:xfrm>
            <a:off x="9180648" y="3854253"/>
            <a:ext cx="2477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858">
            <a:extLst>
              <a:ext uri="{FF2B5EF4-FFF2-40B4-BE49-F238E27FC236}">
                <a16:creationId xmlns:a16="http://schemas.microsoft.com/office/drawing/2014/main" id="{E41F13D3-51C6-4E96-9B41-1D96C728DF4D}"/>
              </a:ext>
            </a:extLst>
          </p:cNvPr>
          <p:cNvCxnSpPr/>
          <p:nvPr/>
        </p:nvCxnSpPr>
        <p:spPr>
          <a:xfrm>
            <a:off x="6865151" y="3931430"/>
            <a:ext cx="1026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0" name="Freeform: Shape 859">
            <a:extLst>
              <a:ext uri="{FF2B5EF4-FFF2-40B4-BE49-F238E27FC236}">
                <a16:creationId xmlns:a16="http://schemas.microsoft.com/office/drawing/2014/main" id="{96D6B446-2026-4F44-9ADD-A17284AE60C3}"/>
              </a:ext>
            </a:extLst>
          </p:cNvPr>
          <p:cNvSpPr/>
          <p:nvPr/>
        </p:nvSpPr>
        <p:spPr>
          <a:xfrm>
            <a:off x="8038185" y="3768284"/>
            <a:ext cx="38350" cy="83364"/>
          </a:xfrm>
          <a:custGeom>
            <a:avLst/>
            <a:gdLst>
              <a:gd name="connsiteX0" fmla="*/ 35745 w 38350"/>
              <a:gd name="connsiteY0" fmla="*/ 0 h 83364"/>
              <a:gd name="connsiteX1" fmla="*/ 20114 w 38350"/>
              <a:gd name="connsiteY1" fmla="*/ 2605 h 83364"/>
              <a:gd name="connsiteX2" fmla="*/ 14904 w 38350"/>
              <a:gd name="connsiteY2" fmla="*/ 13025 h 83364"/>
              <a:gd name="connsiteX3" fmla="*/ 7089 w 38350"/>
              <a:gd name="connsiteY3" fmla="*/ 18236 h 83364"/>
              <a:gd name="connsiteX4" fmla="*/ 4484 w 38350"/>
              <a:gd name="connsiteY4" fmla="*/ 57313 h 83364"/>
              <a:gd name="connsiteX5" fmla="*/ 12299 w 38350"/>
              <a:gd name="connsiteY5" fmla="*/ 62523 h 83364"/>
              <a:gd name="connsiteX6" fmla="*/ 27930 w 38350"/>
              <a:gd name="connsiteY6" fmla="*/ 67733 h 83364"/>
              <a:gd name="connsiteX7" fmla="*/ 35745 w 38350"/>
              <a:gd name="connsiteY7" fmla="*/ 75549 h 83364"/>
              <a:gd name="connsiteX8" fmla="*/ 38350 w 38350"/>
              <a:gd name="connsiteY8" fmla="*/ 83364 h 8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350" h="83364">
                <a:moveTo>
                  <a:pt x="35745" y="0"/>
                </a:moveTo>
                <a:cubicBezTo>
                  <a:pt x="30535" y="868"/>
                  <a:pt x="24593" y="-194"/>
                  <a:pt x="20114" y="2605"/>
                </a:cubicBezTo>
                <a:cubicBezTo>
                  <a:pt x="16821" y="4663"/>
                  <a:pt x="17390" y="10042"/>
                  <a:pt x="14904" y="13025"/>
                </a:cubicBezTo>
                <a:cubicBezTo>
                  <a:pt x="12900" y="15430"/>
                  <a:pt x="9694" y="16499"/>
                  <a:pt x="7089" y="18236"/>
                </a:cubicBezTo>
                <a:cubicBezTo>
                  <a:pt x="-645" y="33701"/>
                  <a:pt x="-2838" y="33516"/>
                  <a:pt x="4484" y="57313"/>
                </a:cubicBezTo>
                <a:cubicBezTo>
                  <a:pt x="5405" y="60305"/>
                  <a:pt x="9438" y="61251"/>
                  <a:pt x="12299" y="62523"/>
                </a:cubicBezTo>
                <a:cubicBezTo>
                  <a:pt x="17318" y="64753"/>
                  <a:pt x="27930" y="67733"/>
                  <a:pt x="27930" y="67733"/>
                </a:cubicBezTo>
                <a:cubicBezTo>
                  <a:pt x="30535" y="70338"/>
                  <a:pt x="33701" y="72483"/>
                  <a:pt x="35745" y="75549"/>
                </a:cubicBezTo>
                <a:cubicBezTo>
                  <a:pt x="37268" y="77834"/>
                  <a:pt x="38350" y="83364"/>
                  <a:pt x="38350" y="83364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61" name="Straight Connector 860">
            <a:extLst>
              <a:ext uri="{FF2B5EF4-FFF2-40B4-BE49-F238E27FC236}">
                <a16:creationId xmlns:a16="http://schemas.microsoft.com/office/drawing/2014/main" id="{DA145E43-7432-4CBD-AC2C-6E381576245A}"/>
              </a:ext>
            </a:extLst>
          </p:cNvPr>
          <p:cNvCxnSpPr/>
          <p:nvPr/>
        </p:nvCxnSpPr>
        <p:spPr>
          <a:xfrm>
            <a:off x="6865151" y="3809966"/>
            <a:ext cx="0" cy="121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2" name="Freeform: Shape 861">
            <a:extLst>
              <a:ext uri="{FF2B5EF4-FFF2-40B4-BE49-F238E27FC236}">
                <a16:creationId xmlns:a16="http://schemas.microsoft.com/office/drawing/2014/main" id="{FCC1AB2E-8850-4194-9150-90076A479A47}"/>
              </a:ext>
            </a:extLst>
          </p:cNvPr>
          <p:cNvSpPr/>
          <p:nvPr/>
        </p:nvSpPr>
        <p:spPr>
          <a:xfrm>
            <a:off x="6832176" y="3744838"/>
            <a:ext cx="35580" cy="70338"/>
          </a:xfrm>
          <a:custGeom>
            <a:avLst/>
            <a:gdLst>
              <a:gd name="connsiteX0" fmla="*/ 35580 w 35580"/>
              <a:gd name="connsiteY0" fmla="*/ 0 h 70338"/>
              <a:gd name="connsiteX1" fmla="*/ 17344 w 35580"/>
              <a:gd name="connsiteY1" fmla="*/ 2605 h 70338"/>
              <a:gd name="connsiteX2" fmla="*/ 4318 w 35580"/>
              <a:gd name="connsiteY2" fmla="*/ 15630 h 70338"/>
              <a:gd name="connsiteX3" fmla="*/ 4318 w 35580"/>
              <a:gd name="connsiteY3" fmla="*/ 59918 h 70338"/>
              <a:gd name="connsiteX4" fmla="*/ 17344 w 35580"/>
              <a:gd name="connsiteY4" fmla="*/ 67733 h 70338"/>
              <a:gd name="connsiteX5" fmla="*/ 30370 w 35580"/>
              <a:gd name="connsiteY5" fmla="*/ 70338 h 70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580" h="70338">
                <a:moveTo>
                  <a:pt x="35580" y="0"/>
                </a:moveTo>
                <a:cubicBezTo>
                  <a:pt x="29501" y="868"/>
                  <a:pt x="22836" y="-141"/>
                  <a:pt x="17344" y="2605"/>
                </a:cubicBezTo>
                <a:cubicBezTo>
                  <a:pt x="11852" y="5351"/>
                  <a:pt x="4318" y="15630"/>
                  <a:pt x="4318" y="15630"/>
                </a:cubicBezTo>
                <a:cubicBezTo>
                  <a:pt x="-1484" y="33040"/>
                  <a:pt x="-1396" y="29447"/>
                  <a:pt x="4318" y="59918"/>
                </a:cubicBezTo>
                <a:cubicBezTo>
                  <a:pt x="5224" y="64752"/>
                  <a:pt x="14182" y="66943"/>
                  <a:pt x="17344" y="67733"/>
                </a:cubicBezTo>
                <a:cubicBezTo>
                  <a:pt x="21640" y="68807"/>
                  <a:pt x="30370" y="70338"/>
                  <a:pt x="30370" y="703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63" name="Straight Connector 862">
            <a:extLst>
              <a:ext uri="{FF2B5EF4-FFF2-40B4-BE49-F238E27FC236}">
                <a16:creationId xmlns:a16="http://schemas.microsoft.com/office/drawing/2014/main" id="{A02EC436-A835-4806-9940-5A0831F373C6}"/>
              </a:ext>
            </a:extLst>
          </p:cNvPr>
          <p:cNvCxnSpPr>
            <a:cxnSpLocks/>
          </p:cNvCxnSpPr>
          <p:nvPr/>
        </p:nvCxnSpPr>
        <p:spPr>
          <a:xfrm flipV="1">
            <a:off x="6873891" y="3238203"/>
            <a:ext cx="8058" cy="50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D4815B42-B834-4A02-9832-1ED05DA0DC23}"/>
              </a:ext>
            </a:extLst>
          </p:cNvPr>
          <p:cNvCxnSpPr>
            <a:cxnSpLocks/>
          </p:cNvCxnSpPr>
          <p:nvPr/>
        </p:nvCxnSpPr>
        <p:spPr>
          <a:xfrm>
            <a:off x="6865151" y="3351463"/>
            <a:ext cx="12113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5" name="Straight Connector 864">
            <a:extLst>
              <a:ext uri="{FF2B5EF4-FFF2-40B4-BE49-F238E27FC236}">
                <a16:creationId xmlns:a16="http://schemas.microsoft.com/office/drawing/2014/main" id="{195537F6-0C1F-4416-90B3-DECF4306EC96}"/>
              </a:ext>
            </a:extLst>
          </p:cNvPr>
          <p:cNvCxnSpPr>
            <a:cxnSpLocks/>
          </p:cNvCxnSpPr>
          <p:nvPr/>
        </p:nvCxnSpPr>
        <p:spPr>
          <a:xfrm>
            <a:off x="8076535" y="3337492"/>
            <a:ext cx="0" cy="4307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6" name="Straight Connector 865">
            <a:extLst>
              <a:ext uri="{FF2B5EF4-FFF2-40B4-BE49-F238E27FC236}">
                <a16:creationId xmlns:a16="http://schemas.microsoft.com/office/drawing/2014/main" id="{39C6B41B-452F-41AC-A47B-6CD476B6C628}"/>
              </a:ext>
            </a:extLst>
          </p:cNvPr>
          <p:cNvCxnSpPr/>
          <p:nvPr/>
        </p:nvCxnSpPr>
        <p:spPr>
          <a:xfrm>
            <a:off x="10752000" y="3416593"/>
            <a:ext cx="0" cy="867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7" name="Straight Connector 866">
            <a:extLst>
              <a:ext uri="{FF2B5EF4-FFF2-40B4-BE49-F238E27FC236}">
                <a16:creationId xmlns:a16="http://schemas.microsoft.com/office/drawing/2014/main" id="{5447524D-60D4-4DE6-82E8-8DC25BE8AD34}"/>
              </a:ext>
            </a:extLst>
          </p:cNvPr>
          <p:cNvCxnSpPr/>
          <p:nvPr/>
        </p:nvCxnSpPr>
        <p:spPr>
          <a:xfrm>
            <a:off x="10752000" y="3466089"/>
            <a:ext cx="328465" cy="3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8" name="Straight Connector 867">
            <a:extLst>
              <a:ext uri="{FF2B5EF4-FFF2-40B4-BE49-F238E27FC236}">
                <a16:creationId xmlns:a16="http://schemas.microsoft.com/office/drawing/2014/main" id="{9470CFE5-8FA7-490A-8F33-63E31B31D0ED}"/>
              </a:ext>
            </a:extLst>
          </p:cNvPr>
          <p:cNvCxnSpPr/>
          <p:nvPr/>
        </p:nvCxnSpPr>
        <p:spPr>
          <a:xfrm flipV="1">
            <a:off x="10752000" y="3778704"/>
            <a:ext cx="328465" cy="4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9" name="Straight Connector 868">
            <a:extLst>
              <a:ext uri="{FF2B5EF4-FFF2-40B4-BE49-F238E27FC236}">
                <a16:creationId xmlns:a16="http://schemas.microsoft.com/office/drawing/2014/main" id="{97F716B9-AB98-48EB-B89C-5CED868312CB}"/>
              </a:ext>
            </a:extLst>
          </p:cNvPr>
          <p:cNvCxnSpPr/>
          <p:nvPr/>
        </p:nvCxnSpPr>
        <p:spPr>
          <a:xfrm>
            <a:off x="10752000" y="3939423"/>
            <a:ext cx="328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0" name="Straight Connector 869">
            <a:extLst>
              <a:ext uri="{FF2B5EF4-FFF2-40B4-BE49-F238E27FC236}">
                <a16:creationId xmlns:a16="http://schemas.microsoft.com/office/drawing/2014/main" id="{C12D9BCE-FB20-4A28-B413-B179380675AD}"/>
              </a:ext>
            </a:extLst>
          </p:cNvPr>
          <p:cNvCxnSpPr/>
          <p:nvPr/>
        </p:nvCxnSpPr>
        <p:spPr>
          <a:xfrm>
            <a:off x="11080465" y="3667985"/>
            <a:ext cx="2394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1" name="Straight Connector 870">
            <a:extLst>
              <a:ext uri="{FF2B5EF4-FFF2-40B4-BE49-F238E27FC236}">
                <a16:creationId xmlns:a16="http://schemas.microsoft.com/office/drawing/2014/main" id="{B8D1852D-497F-4F4E-874E-029029C29F9F}"/>
              </a:ext>
            </a:extLst>
          </p:cNvPr>
          <p:cNvCxnSpPr/>
          <p:nvPr/>
        </p:nvCxnSpPr>
        <p:spPr>
          <a:xfrm>
            <a:off x="11319920" y="3667985"/>
            <a:ext cx="0" cy="1324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2" name="Freeform: Shape 871">
            <a:extLst>
              <a:ext uri="{FF2B5EF4-FFF2-40B4-BE49-F238E27FC236}">
                <a16:creationId xmlns:a16="http://schemas.microsoft.com/office/drawing/2014/main" id="{B642A325-825D-4AD6-8F3F-AE2545C1A075}"/>
              </a:ext>
            </a:extLst>
          </p:cNvPr>
          <p:cNvSpPr/>
          <p:nvPr/>
        </p:nvSpPr>
        <p:spPr>
          <a:xfrm>
            <a:off x="11319852" y="3800464"/>
            <a:ext cx="45719" cy="150179"/>
          </a:xfrm>
          <a:custGeom>
            <a:avLst/>
            <a:gdLst>
              <a:gd name="connsiteX0" fmla="*/ 5278 w 52170"/>
              <a:gd name="connsiteY0" fmla="*/ 2687 h 151179"/>
              <a:gd name="connsiteX1" fmla="*/ 31329 w 52170"/>
              <a:gd name="connsiteY1" fmla="*/ 2687 h 151179"/>
              <a:gd name="connsiteX2" fmla="*/ 36540 w 52170"/>
              <a:gd name="connsiteY2" fmla="*/ 7897 h 151179"/>
              <a:gd name="connsiteX3" fmla="*/ 28724 w 52170"/>
              <a:gd name="connsiteY3" fmla="*/ 20922 h 151179"/>
              <a:gd name="connsiteX4" fmla="*/ 23514 w 52170"/>
              <a:gd name="connsiteY4" fmla="*/ 28738 h 151179"/>
              <a:gd name="connsiteX5" fmla="*/ 7883 w 52170"/>
              <a:gd name="connsiteY5" fmla="*/ 33948 h 151179"/>
              <a:gd name="connsiteX6" fmla="*/ 68 w 52170"/>
              <a:gd name="connsiteY6" fmla="*/ 39158 h 151179"/>
              <a:gd name="connsiteX7" fmla="*/ 5278 w 52170"/>
              <a:gd name="connsiteY7" fmla="*/ 44369 h 151179"/>
              <a:gd name="connsiteX8" fmla="*/ 26119 w 52170"/>
              <a:gd name="connsiteY8" fmla="*/ 46974 h 151179"/>
              <a:gd name="connsiteX9" fmla="*/ 33935 w 52170"/>
              <a:gd name="connsiteY9" fmla="*/ 49579 h 151179"/>
              <a:gd name="connsiteX10" fmla="*/ 44355 w 52170"/>
              <a:gd name="connsiteY10" fmla="*/ 52184 h 151179"/>
              <a:gd name="connsiteX11" fmla="*/ 52170 w 52170"/>
              <a:gd name="connsiteY11" fmla="*/ 57394 h 151179"/>
              <a:gd name="connsiteX12" fmla="*/ 49565 w 52170"/>
              <a:gd name="connsiteY12" fmla="*/ 67815 h 151179"/>
              <a:gd name="connsiteX13" fmla="*/ 36540 w 52170"/>
              <a:gd name="connsiteY13" fmla="*/ 80840 h 151179"/>
              <a:gd name="connsiteX14" fmla="*/ 18304 w 52170"/>
              <a:gd name="connsiteY14" fmla="*/ 93866 h 151179"/>
              <a:gd name="connsiteX15" fmla="*/ 68 w 52170"/>
              <a:gd name="connsiteY15" fmla="*/ 101681 h 151179"/>
              <a:gd name="connsiteX16" fmla="*/ 7883 w 52170"/>
              <a:gd name="connsiteY16" fmla="*/ 109497 h 151179"/>
              <a:gd name="connsiteX17" fmla="*/ 15699 w 52170"/>
              <a:gd name="connsiteY17" fmla="*/ 112102 h 151179"/>
              <a:gd name="connsiteX18" fmla="*/ 46960 w 52170"/>
              <a:gd name="connsiteY18" fmla="*/ 117312 h 151179"/>
              <a:gd name="connsiteX19" fmla="*/ 44355 w 52170"/>
              <a:gd name="connsiteY19" fmla="*/ 127733 h 151179"/>
              <a:gd name="connsiteX20" fmla="*/ 26119 w 52170"/>
              <a:gd name="connsiteY20" fmla="*/ 135548 h 151179"/>
              <a:gd name="connsiteX21" fmla="*/ 18304 w 52170"/>
              <a:gd name="connsiteY21" fmla="*/ 138153 h 151179"/>
              <a:gd name="connsiteX22" fmla="*/ 68 w 52170"/>
              <a:gd name="connsiteY22" fmla="*/ 151179 h 151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2170" h="151179">
                <a:moveTo>
                  <a:pt x="5278" y="2687"/>
                </a:moveTo>
                <a:cubicBezTo>
                  <a:pt x="16332" y="475"/>
                  <a:pt x="20275" y="-2051"/>
                  <a:pt x="31329" y="2687"/>
                </a:cubicBezTo>
                <a:cubicBezTo>
                  <a:pt x="33587" y="3655"/>
                  <a:pt x="34803" y="6160"/>
                  <a:pt x="36540" y="7897"/>
                </a:cubicBezTo>
                <a:cubicBezTo>
                  <a:pt x="41165" y="21772"/>
                  <a:pt x="40481" y="11124"/>
                  <a:pt x="28724" y="20922"/>
                </a:cubicBezTo>
                <a:cubicBezTo>
                  <a:pt x="26319" y="22926"/>
                  <a:pt x="26169" y="27078"/>
                  <a:pt x="23514" y="28738"/>
                </a:cubicBezTo>
                <a:cubicBezTo>
                  <a:pt x="18857" y="31649"/>
                  <a:pt x="7883" y="33948"/>
                  <a:pt x="7883" y="33948"/>
                </a:cubicBezTo>
                <a:cubicBezTo>
                  <a:pt x="5278" y="35685"/>
                  <a:pt x="827" y="36121"/>
                  <a:pt x="68" y="39158"/>
                </a:cubicBezTo>
                <a:cubicBezTo>
                  <a:pt x="-528" y="41541"/>
                  <a:pt x="2925" y="43663"/>
                  <a:pt x="5278" y="44369"/>
                </a:cubicBezTo>
                <a:cubicBezTo>
                  <a:pt x="11984" y="46381"/>
                  <a:pt x="19172" y="46106"/>
                  <a:pt x="26119" y="46974"/>
                </a:cubicBezTo>
                <a:cubicBezTo>
                  <a:pt x="28724" y="47842"/>
                  <a:pt x="31294" y="48825"/>
                  <a:pt x="33935" y="49579"/>
                </a:cubicBezTo>
                <a:cubicBezTo>
                  <a:pt x="37377" y="50563"/>
                  <a:pt x="41064" y="50774"/>
                  <a:pt x="44355" y="52184"/>
                </a:cubicBezTo>
                <a:cubicBezTo>
                  <a:pt x="47233" y="53417"/>
                  <a:pt x="49565" y="55657"/>
                  <a:pt x="52170" y="57394"/>
                </a:cubicBezTo>
                <a:cubicBezTo>
                  <a:pt x="51302" y="60868"/>
                  <a:pt x="50975" y="64524"/>
                  <a:pt x="49565" y="67815"/>
                </a:cubicBezTo>
                <a:cubicBezTo>
                  <a:pt x="45888" y="76396"/>
                  <a:pt x="43691" y="75732"/>
                  <a:pt x="36540" y="80840"/>
                </a:cubicBezTo>
                <a:cubicBezTo>
                  <a:pt x="33787" y="82807"/>
                  <a:pt x="22397" y="91819"/>
                  <a:pt x="18304" y="93866"/>
                </a:cubicBezTo>
                <a:cubicBezTo>
                  <a:pt x="12389" y="96823"/>
                  <a:pt x="6147" y="99076"/>
                  <a:pt x="68" y="101681"/>
                </a:cubicBezTo>
                <a:cubicBezTo>
                  <a:pt x="2673" y="104286"/>
                  <a:pt x="4818" y="107453"/>
                  <a:pt x="7883" y="109497"/>
                </a:cubicBezTo>
                <a:cubicBezTo>
                  <a:pt x="10168" y="111020"/>
                  <a:pt x="13058" y="111348"/>
                  <a:pt x="15699" y="112102"/>
                </a:cubicBezTo>
                <a:cubicBezTo>
                  <a:pt x="29088" y="115927"/>
                  <a:pt x="30043" y="115197"/>
                  <a:pt x="46960" y="117312"/>
                </a:cubicBezTo>
                <a:cubicBezTo>
                  <a:pt x="46092" y="120786"/>
                  <a:pt x="46341" y="124754"/>
                  <a:pt x="44355" y="127733"/>
                </a:cubicBezTo>
                <a:cubicBezTo>
                  <a:pt x="40623" y="133332"/>
                  <a:pt x="31501" y="134010"/>
                  <a:pt x="26119" y="135548"/>
                </a:cubicBezTo>
                <a:cubicBezTo>
                  <a:pt x="23479" y="136302"/>
                  <a:pt x="20704" y="136819"/>
                  <a:pt x="18304" y="138153"/>
                </a:cubicBezTo>
                <a:cubicBezTo>
                  <a:pt x="5815" y="145092"/>
                  <a:pt x="6285" y="144962"/>
                  <a:pt x="68" y="15117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73" name="Straight Connector 872">
            <a:extLst>
              <a:ext uri="{FF2B5EF4-FFF2-40B4-BE49-F238E27FC236}">
                <a16:creationId xmlns:a16="http://schemas.microsoft.com/office/drawing/2014/main" id="{62E014E7-B16E-4395-855B-89AC784CBC30}"/>
              </a:ext>
            </a:extLst>
          </p:cNvPr>
          <p:cNvCxnSpPr>
            <a:cxnSpLocks/>
          </p:cNvCxnSpPr>
          <p:nvPr/>
        </p:nvCxnSpPr>
        <p:spPr>
          <a:xfrm>
            <a:off x="11267817" y="4021921"/>
            <a:ext cx="97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4" name="Straight Connector 873">
            <a:extLst>
              <a:ext uri="{FF2B5EF4-FFF2-40B4-BE49-F238E27FC236}">
                <a16:creationId xmlns:a16="http://schemas.microsoft.com/office/drawing/2014/main" id="{63D50284-2DC1-4E59-96C3-8BEE83C335B0}"/>
              </a:ext>
            </a:extLst>
          </p:cNvPr>
          <p:cNvCxnSpPr/>
          <p:nvPr/>
        </p:nvCxnSpPr>
        <p:spPr>
          <a:xfrm flipH="1">
            <a:off x="11241766" y="4021921"/>
            <a:ext cx="36472" cy="824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5" name="Straight Connector 874">
            <a:extLst>
              <a:ext uri="{FF2B5EF4-FFF2-40B4-BE49-F238E27FC236}">
                <a16:creationId xmlns:a16="http://schemas.microsoft.com/office/drawing/2014/main" id="{3CAD750C-C175-4FA5-A64B-465DF9D8DBCE}"/>
              </a:ext>
            </a:extLst>
          </p:cNvPr>
          <p:cNvCxnSpPr>
            <a:cxnSpLocks/>
          </p:cNvCxnSpPr>
          <p:nvPr/>
        </p:nvCxnSpPr>
        <p:spPr>
          <a:xfrm flipH="1">
            <a:off x="11287484" y="4021921"/>
            <a:ext cx="32369" cy="78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6" name="Straight Connector 875">
            <a:extLst>
              <a:ext uri="{FF2B5EF4-FFF2-40B4-BE49-F238E27FC236}">
                <a16:creationId xmlns:a16="http://schemas.microsoft.com/office/drawing/2014/main" id="{CC3435C2-B555-4281-BB76-A620045CB284}"/>
              </a:ext>
            </a:extLst>
          </p:cNvPr>
          <p:cNvCxnSpPr>
            <a:cxnSpLocks/>
          </p:cNvCxnSpPr>
          <p:nvPr/>
        </p:nvCxnSpPr>
        <p:spPr>
          <a:xfrm flipH="1">
            <a:off x="11329099" y="4021921"/>
            <a:ext cx="36472" cy="78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Straight Connector 876">
            <a:extLst>
              <a:ext uri="{FF2B5EF4-FFF2-40B4-BE49-F238E27FC236}">
                <a16:creationId xmlns:a16="http://schemas.microsoft.com/office/drawing/2014/main" id="{89DE52DE-A2E1-4956-80F1-1661E9854B4C}"/>
              </a:ext>
            </a:extLst>
          </p:cNvPr>
          <p:cNvCxnSpPr/>
          <p:nvPr/>
        </p:nvCxnSpPr>
        <p:spPr>
          <a:xfrm>
            <a:off x="9857019" y="3889927"/>
            <a:ext cx="6605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8" name="Straight Connector 877">
            <a:extLst>
              <a:ext uri="{FF2B5EF4-FFF2-40B4-BE49-F238E27FC236}">
                <a16:creationId xmlns:a16="http://schemas.microsoft.com/office/drawing/2014/main" id="{3421A4FD-544E-4ED1-B256-3915D30A4B00}"/>
              </a:ext>
            </a:extLst>
          </p:cNvPr>
          <p:cNvCxnSpPr>
            <a:cxnSpLocks/>
          </p:cNvCxnSpPr>
          <p:nvPr/>
        </p:nvCxnSpPr>
        <p:spPr>
          <a:xfrm>
            <a:off x="9857019" y="3701056"/>
            <a:ext cx="7543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9" name="Straight Connector 878">
            <a:extLst>
              <a:ext uri="{FF2B5EF4-FFF2-40B4-BE49-F238E27FC236}">
                <a16:creationId xmlns:a16="http://schemas.microsoft.com/office/drawing/2014/main" id="{E7654BC3-9859-4495-843C-03FB4934EEF1}"/>
              </a:ext>
            </a:extLst>
          </p:cNvPr>
          <p:cNvCxnSpPr>
            <a:cxnSpLocks/>
            <a:endCxn id="893" idx="3"/>
          </p:cNvCxnSpPr>
          <p:nvPr/>
        </p:nvCxnSpPr>
        <p:spPr>
          <a:xfrm flipV="1">
            <a:off x="9857019" y="3782804"/>
            <a:ext cx="790321" cy="211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0" name="Straight Connector 879">
            <a:extLst>
              <a:ext uri="{FF2B5EF4-FFF2-40B4-BE49-F238E27FC236}">
                <a16:creationId xmlns:a16="http://schemas.microsoft.com/office/drawing/2014/main" id="{9A0A7839-5FAF-47DF-8BBE-F4FEC2E6108E}"/>
              </a:ext>
            </a:extLst>
          </p:cNvPr>
          <p:cNvCxnSpPr/>
          <p:nvPr/>
        </p:nvCxnSpPr>
        <p:spPr>
          <a:xfrm>
            <a:off x="9857019" y="3618489"/>
            <a:ext cx="6605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880">
            <a:extLst>
              <a:ext uri="{FF2B5EF4-FFF2-40B4-BE49-F238E27FC236}">
                <a16:creationId xmlns:a16="http://schemas.microsoft.com/office/drawing/2014/main" id="{07ADF056-4A5C-4B84-8313-00EFDE090B26}"/>
              </a:ext>
            </a:extLst>
          </p:cNvPr>
          <p:cNvCxnSpPr>
            <a:cxnSpLocks/>
          </p:cNvCxnSpPr>
          <p:nvPr/>
        </p:nvCxnSpPr>
        <p:spPr>
          <a:xfrm flipV="1">
            <a:off x="10517540" y="3466089"/>
            <a:ext cx="140676" cy="1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Straight Connector 881">
            <a:extLst>
              <a:ext uri="{FF2B5EF4-FFF2-40B4-BE49-F238E27FC236}">
                <a16:creationId xmlns:a16="http://schemas.microsoft.com/office/drawing/2014/main" id="{03394D44-3EBA-408C-B1A0-D5F87D2D1548}"/>
              </a:ext>
            </a:extLst>
          </p:cNvPr>
          <p:cNvCxnSpPr>
            <a:cxnSpLocks/>
          </p:cNvCxnSpPr>
          <p:nvPr/>
        </p:nvCxnSpPr>
        <p:spPr>
          <a:xfrm>
            <a:off x="10517540" y="3939423"/>
            <a:ext cx="2344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3" name="Straight Connector 882">
            <a:extLst>
              <a:ext uri="{FF2B5EF4-FFF2-40B4-BE49-F238E27FC236}">
                <a16:creationId xmlns:a16="http://schemas.microsoft.com/office/drawing/2014/main" id="{FBE8999F-65A1-413A-877D-0BA60C631F14}"/>
              </a:ext>
            </a:extLst>
          </p:cNvPr>
          <p:cNvCxnSpPr>
            <a:cxnSpLocks/>
          </p:cNvCxnSpPr>
          <p:nvPr/>
        </p:nvCxnSpPr>
        <p:spPr>
          <a:xfrm>
            <a:off x="10611325" y="3618489"/>
            <a:ext cx="0" cy="825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4" name="Straight Arrow Connector 883">
            <a:extLst>
              <a:ext uri="{FF2B5EF4-FFF2-40B4-BE49-F238E27FC236}">
                <a16:creationId xmlns:a16="http://schemas.microsoft.com/office/drawing/2014/main" id="{4418BD67-2C47-4822-87A5-01FE102CA84F}"/>
              </a:ext>
            </a:extLst>
          </p:cNvPr>
          <p:cNvCxnSpPr>
            <a:cxnSpLocks/>
          </p:cNvCxnSpPr>
          <p:nvPr/>
        </p:nvCxnSpPr>
        <p:spPr>
          <a:xfrm flipV="1">
            <a:off x="10741399" y="3335593"/>
            <a:ext cx="107751" cy="72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5" name="Straight Arrow Connector 884">
            <a:extLst>
              <a:ext uri="{FF2B5EF4-FFF2-40B4-BE49-F238E27FC236}">
                <a16:creationId xmlns:a16="http://schemas.microsoft.com/office/drawing/2014/main" id="{679133D5-A198-4374-A637-BF800C16A7F7}"/>
              </a:ext>
            </a:extLst>
          </p:cNvPr>
          <p:cNvCxnSpPr/>
          <p:nvPr/>
        </p:nvCxnSpPr>
        <p:spPr>
          <a:xfrm flipV="1">
            <a:off x="10680178" y="3273283"/>
            <a:ext cx="122442" cy="9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6" name="Straight Arrow Connector 885">
            <a:extLst>
              <a:ext uri="{FF2B5EF4-FFF2-40B4-BE49-F238E27FC236}">
                <a16:creationId xmlns:a16="http://schemas.microsoft.com/office/drawing/2014/main" id="{4A25CBE8-2EE9-4D7F-BABA-A5DB29A6D222}"/>
              </a:ext>
            </a:extLst>
          </p:cNvPr>
          <p:cNvCxnSpPr>
            <a:cxnSpLocks/>
          </p:cNvCxnSpPr>
          <p:nvPr/>
        </p:nvCxnSpPr>
        <p:spPr>
          <a:xfrm flipV="1">
            <a:off x="10764853" y="3512460"/>
            <a:ext cx="107751" cy="72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7" name="Straight Arrow Connector 886">
            <a:extLst>
              <a:ext uri="{FF2B5EF4-FFF2-40B4-BE49-F238E27FC236}">
                <a16:creationId xmlns:a16="http://schemas.microsoft.com/office/drawing/2014/main" id="{3E79D23A-7FE8-4F3F-8E63-5531E813F2EA}"/>
              </a:ext>
            </a:extLst>
          </p:cNvPr>
          <p:cNvCxnSpPr>
            <a:cxnSpLocks/>
          </p:cNvCxnSpPr>
          <p:nvPr/>
        </p:nvCxnSpPr>
        <p:spPr>
          <a:xfrm flipV="1">
            <a:off x="10811180" y="3840100"/>
            <a:ext cx="107751" cy="72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EE586DD4-1D3B-45F5-A7DC-FB9237C92F94}"/>
              </a:ext>
            </a:extLst>
          </p:cNvPr>
          <p:cNvCxnSpPr/>
          <p:nvPr/>
        </p:nvCxnSpPr>
        <p:spPr>
          <a:xfrm flipV="1">
            <a:off x="10749959" y="3777790"/>
            <a:ext cx="122442" cy="9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Straight Arrow Connector 888">
            <a:extLst>
              <a:ext uri="{FF2B5EF4-FFF2-40B4-BE49-F238E27FC236}">
                <a16:creationId xmlns:a16="http://schemas.microsoft.com/office/drawing/2014/main" id="{15B180F6-5209-4EEE-95AF-68189A095CF7}"/>
              </a:ext>
            </a:extLst>
          </p:cNvPr>
          <p:cNvCxnSpPr/>
          <p:nvPr/>
        </p:nvCxnSpPr>
        <p:spPr>
          <a:xfrm flipV="1">
            <a:off x="10709228" y="3447012"/>
            <a:ext cx="122442" cy="9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0" name="Straight Arrow Connector 889">
            <a:extLst>
              <a:ext uri="{FF2B5EF4-FFF2-40B4-BE49-F238E27FC236}">
                <a16:creationId xmlns:a16="http://schemas.microsoft.com/office/drawing/2014/main" id="{ADB4E1BC-9C31-442E-9CC6-3D0AAF7521F8}"/>
              </a:ext>
            </a:extLst>
          </p:cNvPr>
          <p:cNvCxnSpPr/>
          <p:nvPr/>
        </p:nvCxnSpPr>
        <p:spPr>
          <a:xfrm flipV="1">
            <a:off x="10744779" y="3625070"/>
            <a:ext cx="122442" cy="9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1" name="Isosceles Triangle 890">
            <a:extLst>
              <a:ext uri="{FF2B5EF4-FFF2-40B4-BE49-F238E27FC236}">
                <a16:creationId xmlns:a16="http://schemas.microsoft.com/office/drawing/2014/main" id="{9DD1D519-34DE-44B5-A79C-BCB4A9446948}"/>
              </a:ext>
            </a:extLst>
          </p:cNvPr>
          <p:cNvSpPr/>
          <p:nvPr/>
        </p:nvSpPr>
        <p:spPr>
          <a:xfrm rot="5400000">
            <a:off x="10644736" y="3419197"/>
            <a:ext cx="98992" cy="93784"/>
          </a:xfrm>
          <a:prstGeom prst="triangl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92" name="Isosceles Triangle 891">
            <a:extLst>
              <a:ext uri="{FF2B5EF4-FFF2-40B4-BE49-F238E27FC236}">
                <a16:creationId xmlns:a16="http://schemas.microsoft.com/office/drawing/2014/main" id="{E22AE1CB-AD15-4758-8D14-54CD41ED5D1B}"/>
              </a:ext>
            </a:extLst>
          </p:cNvPr>
          <p:cNvSpPr/>
          <p:nvPr/>
        </p:nvSpPr>
        <p:spPr>
          <a:xfrm rot="5400000">
            <a:off x="10644736" y="3571597"/>
            <a:ext cx="98992" cy="9378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93" name="Isosceles Triangle 892">
            <a:extLst>
              <a:ext uri="{FF2B5EF4-FFF2-40B4-BE49-F238E27FC236}">
                <a16:creationId xmlns:a16="http://schemas.microsoft.com/office/drawing/2014/main" id="{E43837E7-F3BD-41C7-A0CA-D6D3399446C8}"/>
              </a:ext>
            </a:extLst>
          </p:cNvPr>
          <p:cNvSpPr/>
          <p:nvPr/>
        </p:nvSpPr>
        <p:spPr>
          <a:xfrm rot="5400000">
            <a:off x="10644736" y="3735912"/>
            <a:ext cx="98992" cy="93784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94" name="Isosceles Triangle 893">
            <a:extLst>
              <a:ext uri="{FF2B5EF4-FFF2-40B4-BE49-F238E27FC236}">
                <a16:creationId xmlns:a16="http://schemas.microsoft.com/office/drawing/2014/main" id="{7A206433-7530-486F-A323-D1E28F05FBDA}"/>
              </a:ext>
            </a:extLst>
          </p:cNvPr>
          <p:cNvSpPr/>
          <p:nvPr/>
        </p:nvSpPr>
        <p:spPr>
          <a:xfrm rot="5400000">
            <a:off x="10644736" y="3892531"/>
            <a:ext cx="98992" cy="93784"/>
          </a:xfrm>
          <a:prstGeom prst="triangle">
            <a:avLst/>
          </a:prstGeom>
          <a:solidFill>
            <a:srgbClr val="14BD0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95" name="Straight Connector 894">
            <a:extLst>
              <a:ext uri="{FF2B5EF4-FFF2-40B4-BE49-F238E27FC236}">
                <a16:creationId xmlns:a16="http://schemas.microsoft.com/office/drawing/2014/main" id="{8FF223A1-A769-4A50-89B8-5ED10CB449AF}"/>
              </a:ext>
            </a:extLst>
          </p:cNvPr>
          <p:cNvCxnSpPr/>
          <p:nvPr/>
        </p:nvCxnSpPr>
        <p:spPr>
          <a:xfrm>
            <a:off x="10517540" y="3466934"/>
            <a:ext cx="0" cy="1581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6" name="Straight Connector 895">
            <a:extLst>
              <a:ext uri="{FF2B5EF4-FFF2-40B4-BE49-F238E27FC236}">
                <a16:creationId xmlns:a16="http://schemas.microsoft.com/office/drawing/2014/main" id="{F5251291-3B82-49AD-B9AD-F4200CBEB987}"/>
              </a:ext>
            </a:extLst>
          </p:cNvPr>
          <p:cNvCxnSpPr/>
          <p:nvPr/>
        </p:nvCxnSpPr>
        <p:spPr>
          <a:xfrm>
            <a:off x="10517540" y="3889927"/>
            <a:ext cx="0" cy="607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7" name="Straight Connector 896">
            <a:extLst>
              <a:ext uri="{FF2B5EF4-FFF2-40B4-BE49-F238E27FC236}">
                <a16:creationId xmlns:a16="http://schemas.microsoft.com/office/drawing/2014/main" id="{6C91542A-352D-4BFD-93CA-68CAED144B7C}"/>
              </a:ext>
            </a:extLst>
          </p:cNvPr>
          <p:cNvCxnSpPr>
            <a:cxnSpLocks/>
          </p:cNvCxnSpPr>
          <p:nvPr/>
        </p:nvCxnSpPr>
        <p:spPr>
          <a:xfrm flipH="1">
            <a:off x="10741125" y="3897623"/>
            <a:ext cx="6458" cy="124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8" name="Straight Connector 897">
            <a:extLst>
              <a:ext uri="{FF2B5EF4-FFF2-40B4-BE49-F238E27FC236}">
                <a16:creationId xmlns:a16="http://schemas.microsoft.com/office/drawing/2014/main" id="{1AFE5EE0-C8A7-4160-8B2B-113054DDF9FE}"/>
              </a:ext>
            </a:extLst>
          </p:cNvPr>
          <p:cNvCxnSpPr/>
          <p:nvPr/>
        </p:nvCxnSpPr>
        <p:spPr>
          <a:xfrm>
            <a:off x="10741124" y="3733308"/>
            <a:ext cx="6459" cy="115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9" name="Straight Connector 898">
            <a:extLst>
              <a:ext uri="{FF2B5EF4-FFF2-40B4-BE49-F238E27FC236}">
                <a16:creationId xmlns:a16="http://schemas.microsoft.com/office/drawing/2014/main" id="{E71FABD0-B3DD-4977-AD52-CC5824CE521B}"/>
              </a:ext>
            </a:extLst>
          </p:cNvPr>
          <p:cNvCxnSpPr>
            <a:cxnSpLocks/>
            <a:stCxn id="872" idx="22"/>
          </p:cNvCxnSpPr>
          <p:nvPr/>
        </p:nvCxnSpPr>
        <p:spPr>
          <a:xfrm flipH="1">
            <a:off x="11316590" y="3950643"/>
            <a:ext cx="3322" cy="712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0" name="Straight Connector 899">
            <a:extLst>
              <a:ext uri="{FF2B5EF4-FFF2-40B4-BE49-F238E27FC236}">
                <a16:creationId xmlns:a16="http://schemas.microsoft.com/office/drawing/2014/main" id="{5A854028-E2EB-4106-B298-657B41E06450}"/>
              </a:ext>
            </a:extLst>
          </p:cNvPr>
          <p:cNvCxnSpPr/>
          <p:nvPr/>
        </p:nvCxnSpPr>
        <p:spPr>
          <a:xfrm>
            <a:off x="8080190" y="3648343"/>
            <a:ext cx="1426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Straight Connector 900">
            <a:extLst>
              <a:ext uri="{FF2B5EF4-FFF2-40B4-BE49-F238E27FC236}">
                <a16:creationId xmlns:a16="http://schemas.microsoft.com/office/drawing/2014/main" id="{0A219731-BDA9-4986-A1BD-F69D7BFCB430}"/>
              </a:ext>
            </a:extLst>
          </p:cNvPr>
          <p:cNvCxnSpPr/>
          <p:nvPr/>
        </p:nvCxnSpPr>
        <p:spPr>
          <a:xfrm>
            <a:off x="8072920" y="3972402"/>
            <a:ext cx="231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2" name="Straight Connector 901">
            <a:extLst>
              <a:ext uri="{FF2B5EF4-FFF2-40B4-BE49-F238E27FC236}">
                <a16:creationId xmlns:a16="http://schemas.microsoft.com/office/drawing/2014/main" id="{34671E6D-A36E-404B-BD03-03DDC35BE465}"/>
              </a:ext>
            </a:extLst>
          </p:cNvPr>
          <p:cNvCxnSpPr/>
          <p:nvPr/>
        </p:nvCxnSpPr>
        <p:spPr>
          <a:xfrm>
            <a:off x="6873890" y="3648343"/>
            <a:ext cx="1569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3" name="Straight Connector 902">
            <a:extLst>
              <a:ext uri="{FF2B5EF4-FFF2-40B4-BE49-F238E27FC236}">
                <a16:creationId xmlns:a16="http://schemas.microsoft.com/office/drawing/2014/main" id="{C1C9FF65-3C10-479D-AE35-92E2DE09CEA9}"/>
              </a:ext>
            </a:extLst>
          </p:cNvPr>
          <p:cNvCxnSpPr>
            <a:endCxn id="892" idx="3"/>
          </p:cNvCxnSpPr>
          <p:nvPr/>
        </p:nvCxnSpPr>
        <p:spPr>
          <a:xfrm>
            <a:off x="10603978" y="3618489"/>
            <a:ext cx="433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Connector 1015">
            <a:extLst>
              <a:ext uri="{FF2B5EF4-FFF2-40B4-BE49-F238E27FC236}">
                <a16:creationId xmlns:a16="http://schemas.microsoft.com/office/drawing/2014/main" id="{60EA8DC7-47B2-4CC1-84D0-F76B791FFE0A}"/>
              </a:ext>
            </a:extLst>
          </p:cNvPr>
          <p:cNvCxnSpPr/>
          <p:nvPr/>
        </p:nvCxnSpPr>
        <p:spPr>
          <a:xfrm>
            <a:off x="10743688" y="3567115"/>
            <a:ext cx="0" cy="91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8" name="Straight Connector 1017">
            <a:extLst>
              <a:ext uri="{FF2B5EF4-FFF2-40B4-BE49-F238E27FC236}">
                <a16:creationId xmlns:a16="http://schemas.microsoft.com/office/drawing/2014/main" id="{A6AFFAD6-7580-4582-AA8F-EB1A40A1F3B3}"/>
              </a:ext>
            </a:extLst>
          </p:cNvPr>
          <p:cNvCxnSpPr>
            <a:cxnSpLocks/>
            <a:stCxn id="892" idx="0"/>
          </p:cNvCxnSpPr>
          <p:nvPr/>
        </p:nvCxnSpPr>
        <p:spPr>
          <a:xfrm>
            <a:off x="10741124" y="3618489"/>
            <a:ext cx="339341" cy="65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0" name="Straight Connector 1019">
            <a:extLst>
              <a:ext uri="{FF2B5EF4-FFF2-40B4-BE49-F238E27FC236}">
                <a16:creationId xmlns:a16="http://schemas.microsoft.com/office/drawing/2014/main" id="{03F292E9-1D4D-4EFD-97F1-88D5BE049B49}"/>
              </a:ext>
            </a:extLst>
          </p:cNvPr>
          <p:cNvCxnSpPr/>
          <p:nvPr/>
        </p:nvCxnSpPr>
        <p:spPr>
          <a:xfrm>
            <a:off x="11075286" y="3466422"/>
            <a:ext cx="0" cy="4838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3" name="Straight Connector 1022">
            <a:extLst>
              <a:ext uri="{FF2B5EF4-FFF2-40B4-BE49-F238E27FC236}">
                <a16:creationId xmlns:a16="http://schemas.microsoft.com/office/drawing/2014/main" id="{22125DE6-797F-48FA-9850-F01CE50AEB83}"/>
              </a:ext>
            </a:extLst>
          </p:cNvPr>
          <p:cNvCxnSpPr>
            <a:cxnSpLocks/>
            <a:stCxn id="860" idx="7"/>
          </p:cNvCxnSpPr>
          <p:nvPr/>
        </p:nvCxnSpPr>
        <p:spPr>
          <a:xfrm flipH="1">
            <a:off x="8072920" y="3843833"/>
            <a:ext cx="1010" cy="1285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EB5EB344-4134-4502-8FB7-82209BECF2F8}"/>
              </a:ext>
            </a:extLst>
          </p:cNvPr>
          <p:cNvCxnSpPr/>
          <p:nvPr/>
        </p:nvCxnSpPr>
        <p:spPr>
          <a:xfrm>
            <a:off x="6892397" y="1570093"/>
            <a:ext cx="0" cy="613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6D932C6C-3D12-4C74-966E-40764410D0EF}"/>
              </a:ext>
            </a:extLst>
          </p:cNvPr>
          <p:cNvCxnSpPr/>
          <p:nvPr/>
        </p:nvCxnSpPr>
        <p:spPr>
          <a:xfrm>
            <a:off x="6880880" y="3089801"/>
            <a:ext cx="1283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1037">
            <a:extLst>
              <a:ext uri="{FF2B5EF4-FFF2-40B4-BE49-F238E27FC236}">
                <a16:creationId xmlns:a16="http://schemas.microsoft.com/office/drawing/2014/main" id="{761B3528-F61B-49F4-985E-EFDF0DF445BC}"/>
              </a:ext>
            </a:extLst>
          </p:cNvPr>
          <p:cNvCxnSpPr/>
          <p:nvPr/>
        </p:nvCxnSpPr>
        <p:spPr>
          <a:xfrm>
            <a:off x="7873218" y="2529611"/>
            <a:ext cx="0" cy="136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Straight Connector 1039">
            <a:extLst>
              <a:ext uri="{FF2B5EF4-FFF2-40B4-BE49-F238E27FC236}">
                <a16:creationId xmlns:a16="http://schemas.microsoft.com/office/drawing/2014/main" id="{97F1690B-1B01-4D49-B4E1-8219FC68DF0B}"/>
              </a:ext>
            </a:extLst>
          </p:cNvPr>
          <p:cNvCxnSpPr>
            <a:cxnSpLocks/>
          </p:cNvCxnSpPr>
          <p:nvPr/>
        </p:nvCxnSpPr>
        <p:spPr>
          <a:xfrm>
            <a:off x="7873218" y="2668284"/>
            <a:ext cx="12484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A393A299-473F-46BB-BE22-940237F29745}"/>
              </a:ext>
            </a:extLst>
          </p:cNvPr>
          <p:cNvCxnSpPr/>
          <p:nvPr/>
        </p:nvCxnSpPr>
        <p:spPr>
          <a:xfrm flipV="1">
            <a:off x="9124950" y="2463494"/>
            <a:ext cx="0" cy="2123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Connector 1045">
            <a:extLst>
              <a:ext uri="{FF2B5EF4-FFF2-40B4-BE49-F238E27FC236}">
                <a16:creationId xmlns:a16="http://schemas.microsoft.com/office/drawing/2014/main" id="{C723F3AA-2046-40D3-8C7B-65304418BBF2}"/>
              </a:ext>
            </a:extLst>
          </p:cNvPr>
          <p:cNvCxnSpPr>
            <a:cxnSpLocks/>
          </p:cNvCxnSpPr>
          <p:nvPr/>
        </p:nvCxnSpPr>
        <p:spPr>
          <a:xfrm flipH="1">
            <a:off x="10920036" y="2798843"/>
            <a:ext cx="6458" cy="124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EA1BA61F-8978-418C-A7D6-BB008D778004}"/>
              </a:ext>
            </a:extLst>
          </p:cNvPr>
          <p:cNvCxnSpPr>
            <a:cxnSpLocks/>
          </p:cNvCxnSpPr>
          <p:nvPr/>
        </p:nvCxnSpPr>
        <p:spPr>
          <a:xfrm flipH="1">
            <a:off x="10918931" y="2961146"/>
            <a:ext cx="6458" cy="124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9B888D8B-5EB4-4AA1-AAAF-CAFB5ECE07BD}"/>
              </a:ext>
            </a:extLst>
          </p:cNvPr>
          <p:cNvCxnSpPr>
            <a:cxnSpLocks/>
          </p:cNvCxnSpPr>
          <p:nvPr/>
        </p:nvCxnSpPr>
        <p:spPr>
          <a:xfrm flipH="1">
            <a:off x="10917797" y="3125344"/>
            <a:ext cx="6458" cy="124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B337ECEE-3DCA-463E-8C2A-F159958C58B8}"/>
              </a:ext>
            </a:extLst>
          </p:cNvPr>
          <p:cNvCxnSpPr>
            <a:cxnSpLocks/>
            <a:endCxn id="836" idx="3"/>
          </p:cNvCxnSpPr>
          <p:nvPr/>
        </p:nvCxnSpPr>
        <p:spPr>
          <a:xfrm>
            <a:off x="10690099" y="2703113"/>
            <a:ext cx="1281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313B14C4-63E5-4AD2-93B0-6C42C845ED2E}"/>
              </a:ext>
            </a:extLst>
          </p:cNvPr>
          <p:cNvCxnSpPr>
            <a:stCxn id="836" idx="0"/>
          </p:cNvCxnSpPr>
          <p:nvPr/>
        </p:nvCxnSpPr>
        <p:spPr>
          <a:xfrm flipV="1">
            <a:off x="10912031" y="2702140"/>
            <a:ext cx="264077" cy="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Connector 1060">
            <a:extLst>
              <a:ext uri="{FF2B5EF4-FFF2-40B4-BE49-F238E27FC236}">
                <a16:creationId xmlns:a16="http://schemas.microsoft.com/office/drawing/2014/main" id="{E04B45D5-1782-4283-B87B-094FBB2223D9}"/>
              </a:ext>
            </a:extLst>
          </p:cNvPr>
          <p:cNvCxnSpPr>
            <a:stCxn id="837" idx="0"/>
          </p:cNvCxnSpPr>
          <p:nvPr/>
        </p:nvCxnSpPr>
        <p:spPr>
          <a:xfrm>
            <a:off x="10912031" y="2855513"/>
            <a:ext cx="264077" cy="4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Connector 1062">
            <a:extLst>
              <a:ext uri="{FF2B5EF4-FFF2-40B4-BE49-F238E27FC236}">
                <a16:creationId xmlns:a16="http://schemas.microsoft.com/office/drawing/2014/main" id="{03C96C3A-6F8D-4144-9F27-2FA113920D3D}"/>
              </a:ext>
            </a:extLst>
          </p:cNvPr>
          <p:cNvCxnSpPr>
            <a:cxnSpLocks/>
            <a:stCxn id="838" idx="0"/>
          </p:cNvCxnSpPr>
          <p:nvPr/>
        </p:nvCxnSpPr>
        <p:spPr>
          <a:xfrm>
            <a:off x="10912031" y="3019828"/>
            <a:ext cx="258311" cy="53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1066">
            <a:extLst>
              <a:ext uri="{FF2B5EF4-FFF2-40B4-BE49-F238E27FC236}">
                <a16:creationId xmlns:a16="http://schemas.microsoft.com/office/drawing/2014/main" id="{34CC9297-99FB-4668-B4DE-5B64EC268F00}"/>
              </a:ext>
            </a:extLst>
          </p:cNvPr>
          <p:cNvCxnSpPr/>
          <p:nvPr/>
        </p:nvCxnSpPr>
        <p:spPr>
          <a:xfrm>
            <a:off x="11176108" y="2700707"/>
            <a:ext cx="0" cy="482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Straight Connector 1071">
            <a:extLst>
              <a:ext uri="{FF2B5EF4-FFF2-40B4-BE49-F238E27FC236}">
                <a16:creationId xmlns:a16="http://schemas.microsoft.com/office/drawing/2014/main" id="{6D75D91C-7E65-454A-A8CE-60C14662019D}"/>
              </a:ext>
            </a:extLst>
          </p:cNvPr>
          <p:cNvCxnSpPr/>
          <p:nvPr/>
        </p:nvCxnSpPr>
        <p:spPr>
          <a:xfrm>
            <a:off x="11217682" y="3221078"/>
            <a:ext cx="956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Straight Connector 1073">
            <a:extLst>
              <a:ext uri="{FF2B5EF4-FFF2-40B4-BE49-F238E27FC236}">
                <a16:creationId xmlns:a16="http://schemas.microsoft.com/office/drawing/2014/main" id="{03B109C0-6D66-4C3F-A0A9-6C7519CC723E}"/>
              </a:ext>
            </a:extLst>
          </p:cNvPr>
          <p:cNvCxnSpPr>
            <a:cxnSpLocks/>
          </p:cNvCxnSpPr>
          <p:nvPr/>
        </p:nvCxnSpPr>
        <p:spPr>
          <a:xfrm>
            <a:off x="10685144" y="3066759"/>
            <a:ext cx="0" cy="109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A69F03AC-6500-463E-A5FF-E5D6ADB775D3}"/>
              </a:ext>
            </a:extLst>
          </p:cNvPr>
          <p:cNvCxnSpPr>
            <a:cxnSpLocks/>
            <a:endCxn id="839" idx="3"/>
          </p:cNvCxnSpPr>
          <p:nvPr/>
        </p:nvCxnSpPr>
        <p:spPr>
          <a:xfrm>
            <a:off x="10682677" y="3176447"/>
            <a:ext cx="1355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Straight Connector 1079">
            <a:extLst>
              <a:ext uri="{FF2B5EF4-FFF2-40B4-BE49-F238E27FC236}">
                <a16:creationId xmlns:a16="http://schemas.microsoft.com/office/drawing/2014/main" id="{1FF20144-4413-4C8B-8659-0BD6EEE3E74B}"/>
              </a:ext>
            </a:extLst>
          </p:cNvPr>
          <p:cNvCxnSpPr/>
          <p:nvPr/>
        </p:nvCxnSpPr>
        <p:spPr>
          <a:xfrm flipV="1">
            <a:off x="10781916" y="2849356"/>
            <a:ext cx="0" cy="24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Connector 1081">
            <a:extLst>
              <a:ext uri="{FF2B5EF4-FFF2-40B4-BE49-F238E27FC236}">
                <a16:creationId xmlns:a16="http://schemas.microsoft.com/office/drawing/2014/main" id="{BC2DB088-D596-4339-B192-36D422FE2CE6}"/>
              </a:ext>
            </a:extLst>
          </p:cNvPr>
          <p:cNvCxnSpPr>
            <a:cxnSpLocks/>
            <a:endCxn id="838" idx="3"/>
          </p:cNvCxnSpPr>
          <p:nvPr/>
        </p:nvCxnSpPr>
        <p:spPr>
          <a:xfrm>
            <a:off x="10740534" y="3019828"/>
            <a:ext cx="777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Straight Connector 1088">
            <a:extLst>
              <a:ext uri="{FF2B5EF4-FFF2-40B4-BE49-F238E27FC236}">
                <a16:creationId xmlns:a16="http://schemas.microsoft.com/office/drawing/2014/main" id="{0E420835-32F1-4321-8B81-61D7B0EF70E5}"/>
              </a:ext>
            </a:extLst>
          </p:cNvPr>
          <p:cNvCxnSpPr>
            <a:cxnSpLocks/>
          </p:cNvCxnSpPr>
          <p:nvPr/>
        </p:nvCxnSpPr>
        <p:spPr>
          <a:xfrm flipV="1">
            <a:off x="10740534" y="2980790"/>
            <a:ext cx="0" cy="443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Straight Connector 1093">
            <a:extLst>
              <a:ext uri="{FF2B5EF4-FFF2-40B4-BE49-F238E27FC236}">
                <a16:creationId xmlns:a16="http://schemas.microsoft.com/office/drawing/2014/main" id="{566FAE10-6624-4B2C-8ACA-7D8FC576DE24}"/>
              </a:ext>
            </a:extLst>
          </p:cNvPr>
          <p:cNvCxnSpPr/>
          <p:nvPr/>
        </p:nvCxnSpPr>
        <p:spPr>
          <a:xfrm>
            <a:off x="4772025" y="2043603"/>
            <a:ext cx="6733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Connector 1095">
            <a:extLst>
              <a:ext uri="{FF2B5EF4-FFF2-40B4-BE49-F238E27FC236}">
                <a16:creationId xmlns:a16="http://schemas.microsoft.com/office/drawing/2014/main" id="{87EB3B12-B760-4205-A633-8884933923BA}"/>
              </a:ext>
            </a:extLst>
          </p:cNvPr>
          <p:cNvCxnSpPr/>
          <p:nvPr/>
        </p:nvCxnSpPr>
        <p:spPr>
          <a:xfrm>
            <a:off x="4772025" y="2599426"/>
            <a:ext cx="745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Straight Connector 1097">
            <a:extLst>
              <a:ext uri="{FF2B5EF4-FFF2-40B4-BE49-F238E27FC236}">
                <a16:creationId xmlns:a16="http://schemas.microsoft.com/office/drawing/2014/main" id="{59D6E635-01F1-4BB4-B1BF-22EC05C04B29}"/>
              </a:ext>
            </a:extLst>
          </p:cNvPr>
          <p:cNvCxnSpPr/>
          <p:nvPr/>
        </p:nvCxnSpPr>
        <p:spPr>
          <a:xfrm>
            <a:off x="4772025" y="3335593"/>
            <a:ext cx="673319" cy="15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C004FFE7-F3A2-4839-9B2B-F978A29CE7DA}"/>
              </a:ext>
            </a:extLst>
          </p:cNvPr>
          <p:cNvCxnSpPr>
            <a:cxnSpLocks/>
          </p:cNvCxnSpPr>
          <p:nvPr/>
        </p:nvCxnSpPr>
        <p:spPr>
          <a:xfrm>
            <a:off x="8241347" y="2826128"/>
            <a:ext cx="0" cy="116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Straight Connector 1101">
            <a:extLst>
              <a:ext uri="{FF2B5EF4-FFF2-40B4-BE49-F238E27FC236}">
                <a16:creationId xmlns:a16="http://schemas.microsoft.com/office/drawing/2014/main" id="{119CF5AB-A8A7-447E-8D91-6C018B856FBC}"/>
              </a:ext>
            </a:extLst>
          </p:cNvPr>
          <p:cNvCxnSpPr>
            <a:cxnSpLocks/>
            <a:stCxn id="805" idx="7"/>
          </p:cNvCxnSpPr>
          <p:nvPr/>
        </p:nvCxnSpPr>
        <p:spPr>
          <a:xfrm flipH="1">
            <a:off x="8241347" y="3020665"/>
            <a:ext cx="3490" cy="1285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8" name="Straight Connector 1107">
            <a:extLst>
              <a:ext uri="{FF2B5EF4-FFF2-40B4-BE49-F238E27FC236}">
                <a16:creationId xmlns:a16="http://schemas.microsoft.com/office/drawing/2014/main" id="{A212ED23-9AB4-4E3A-9532-025C869E7394}"/>
              </a:ext>
            </a:extLst>
          </p:cNvPr>
          <p:cNvCxnSpPr/>
          <p:nvPr/>
        </p:nvCxnSpPr>
        <p:spPr>
          <a:xfrm>
            <a:off x="8241347" y="2826128"/>
            <a:ext cx="111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Connector: Elbow 1109">
            <a:extLst>
              <a:ext uri="{FF2B5EF4-FFF2-40B4-BE49-F238E27FC236}">
                <a16:creationId xmlns:a16="http://schemas.microsoft.com/office/drawing/2014/main" id="{53D82490-3A81-4F73-AD55-CC7DD9A3CF88}"/>
              </a:ext>
            </a:extLst>
          </p:cNvPr>
          <p:cNvCxnSpPr>
            <a:endCxn id="796" idx="1"/>
          </p:cNvCxnSpPr>
          <p:nvPr/>
        </p:nvCxnSpPr>
        <p:spPr>
          <a:xfrm>
            <a:off x="7459944" y="2806017"/>
            <a:ext cx="892938" cy="17127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Connector 1111">
            <a:extLst>
              <a:ext uri="{FF2B5EF4-FFF2-40B4-BE49-F238E27FC236}">
                <a16:creationId xmlns:a16="http://schemas.microsoft.com/office/drawing/2014/main" id="{997EEFBE-EA0A-4F21-975F-10AE2E581489}"/>
              </a:ext>
            </a:extLst>
          </p:cNvPr>
          <p:cNvCxnSpPr>
            <a:cxnSpLocks/>
          </p:cNvCxnSpPr>
          <p:nvPr/>
        </p:nvCxnSpPr>
        <p:spPr>
          <a:xfrm flipH="1">
            <a:off x="7902186" y="2977269"/>
            <a:ext cx="3399" cy="2747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5" name="Straight Connector 1114">
            <a:extLst>
              <a:ext uri="{FF2B5EF4-FFF2-40B4-BE49-F238E27FC236}">
                <a16:creationId xmlns:a16="http://schemas.microsoft.com/office/drawing/2014/main" id="{0974CFF5-E3BE-4B8D-9B57-24A1708811E4}"/>
              </a:ext>
            </a:extLst>
          </p:cNvPr>
          <p:cNvCxnSpPr/>
          <p:nvPr/>
        </p:nvCxnSpPr>
        <p:spPr>
          <a:xfrm>
            <a:off x="7902186" y="3252064"/>
            <a:ext cx="1355568" cy="6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Straight Connector 1116">
            <a:extLst>
              <a:ext uri="{FF2B5EF4-FFF2-40B4-BE49-F238E27FC236}">
                <a16:creationId xmlns:a16="http://schemas.microsoft.com/office/drawing/2014/main" id="{20EE8DC1-51A8-4673-9E3D-075354A4DF2E}"/>
              </a:ext>
            </a:extLst>
          </p:cNvPr>
          <p:cNvCxnSpPr>
            <a:cxnSpLocks/>
          </p:cNvCxnSpPr>
          <p:nvPr/>
        </p:nvCxnSpPr>
        <p:spPr>
          <a:xfrm>
            <a:off x="9246899" y="3066759"/>
            <a:ext cx="0" cy="196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Straight Connector 1119">
            <a:extLst>
              <a:ext uri="{FF2B5EF4-FFF2-40B4-BE49-F238E27FC236}">
                <a16:creationId xmlns:a16="http://schemas.microsoft.com/office/drawing/2014/main" id="{7B743443-85B4-4C7A-AFB8-4AF7A5FA76C6}"/>
              </a:ext>
            </a:extLst>
          </p:cNvPr>
          <p:cNvCxnSpPr/>
          <p:nvPr/>
        </p:nvCxnSpPr>
        <p:spPr>
          <a:xfrm>
            <a:off x="9257754" y="3066759"/>
            <a:ext cx="3415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Straight Connector 1121">
            <a:extLst>
              <a:ext uri="{FF2B5EF4-FFF2-40B4-BE49-F238E27FC236}">
                <a16:creationId xmlns:a16="http://schemas.microsoft.com/office/drawing/2014/main" id="{B3E43456-3143-446C-9664-56A7D4DE5137}"/>
              </a:ext>
            </a:extLst>
          </p:cNvPr>
          <p:cNvCxnSpPr>
            <a:cxnSpLocks/>
          </p:cNvCxnSpPr>
          <p:nvPr/>
        </p:nvCxnSpPr>
        <p:spPr>
          <a:xfrm>
            <a:off x="1509623" y="2795321"/>
            <a:ext cx="0" cy="8173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5" name="Straight Connector 1124">
            <a:extLst>
              <a:ext uri="{FF2B5EF4-FFF2-40B4-BE49-F238E27FC236}">
                <a16:creationId xmlns:a16="http://schemas.microsoft.com/office/drawing/2014/main" id="{6DC6D971-E657-4476-86C4-1372DDBE0159}"/>
              </a:ext>
            </a:extLst>
          </p:cNvPr>
          <p:cNvCxnSpPr>
            <a:cxnSpLocks/>
          </p:cNvCxnSpPr>
          <p:nvPr/>
        </p:nvCxnSpPr>
        <p:spPr>
          <a:xfrm flipV="1">
            <a:off x="1785086" y="2817809"/>
            <a:ext cx="1" cy="7611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7" name="Straight Connector 1126">
            <a:extLst>
              <a:ext uri="{FF2B5EF4-FFF2-40B4-BE49-F238E27FC236}">
                <a16:creationId xmlns:a16="http://schemas.microsoft.com/office/drawing/2014/main" id="{334DCCB2-EDC8-4AB2-A3D6-714A8425C8C2}"/>
              </a:ext>
            </a:extLst>
          </p:cNvPr>
          <p:cNvCxnSpPr>
            <a:cxnSpLocks/>
          </p:cNvCxnSpPr>
          <p:nvPr/>
        </p:nvCxnSpPr>
        <p:spPr>
          <a:xfrm>
            <a:off x="1790073" y="3320908"/>
            <a:ext cx="1362702" cy="146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07EBF246-E6B7-4760-9761-E9967610314B}"/>
              </a:ext>
            </a:extLst>
          </p:cNvPr>
          <p:cNvCxnSpPr>
            <a:cxnSpLocks/>
          </p:cNvCxnSpPr>
          <p:nvPr/>
        </p:nvCxnSpPr>
        <p:spPr>
          <a:xfrm>
            <a:off x="6690586" y="1405566"/>
            <a:ext cx="26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3" name="Straight Connector 1132">
            <a:extLst>
              <a:ext uri="{FF2B5EF4-FFF2-40B4-BE49-F238E27FC236}">
                <a16:creationId xmlns:a16="http://schemas.microsoft.com/office/drawing/2014/main" id="{2453B20B-5BF2-4743-9586-A518C40AE8F4}"/>
              </a:ext>
            </a:extLst>
          </p:cNvPr>
          <p:cNvCxnSpPr>
            <a:cxnSpLocks/>
          </p:cNvCxnSpPr>
          <p:nvPr/>
        </p:nvCxnSpPr>
        <p:spPr>
          <a:xfrm flipV="1">
            <a:off x="6232014" y="2398411"/>
            <a:ext cx="771020" cy="77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Straight Connector 1133">
            <a:extLst>
              <a:ext uri="{FF2B5EF4-FFF2-40B4-BE49-F238E27FC236}">
                <a16:creationId xmlns:a16="http://schemas.microsoft.com/office/drawing/2014/main" id="{2E767A8D-F9DD-4465-AE5A-3DFEEFEF30A3}"/>
              </a:ext>
            </a:extLst>
          </p:cNvPr>
          <p:cNvCxnSpPr>
            <a:cxnSpLocks/>
          </p:cNvCxnSpPr>
          <p:nvPr/>
        </p:nvCxnSpPr>
        <p:spPr>
          <a:xfrm>
            <a:off x="6276439" y="2945116"/>
            <a:ext cx="740015" cy="1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5" name="Straight Connector 1134">
            <a:extLst>
              <a:ext uri="{FF2B5EF4-FFF2-40B4-BE49-F238E27FC236}">
                <a16:creationId xmlns:a16="http://schemas.microsoft.com/office/drawing/2014/main" id="{F66B269D-92F7-4D8B-AABE-FD64CA3E2346}"/>
              </a:ext>
            </a:extLst>
          </p:cNvPr>
          <p:cNvCxnSpPr>
            <a:cxnSpLocks/>
          </p:cNvCxnSpPr>
          <p:nvPr/>
        </p:nvCxnSpPr>
        <p:spPr>
          <a:xfrm>
            <a:off x="6664645" y="3776348"/>
            <a:ext cx="3417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6" name="Connector: Elbow 1145">
            <a:extLst>
              <a:ext uri="{FF2B5EF4-FFF2-40B4-BE49-F238E27FC236}">
                <a16:creationId xmlns:a16="http://schemas.microsoft.com/office/drawing/2014/main" id="{5B11910A-B0A4-43B8-BA0A-0685BDBB7AA8}"/>
              </a:ext>
            </a:extLst>
          </p:cNvPr>
          <p:cNvCxnSpPr/>
          <p:nvPr/>
        </p:nvCxnSpPr>
        <p:spPr>
          <a:xfrm rot="5400000" flipH="1" flipV="1">
            <a:off x="6069826" y="1612180"/>
            <a:ext cx="827373" cy="414147"/>
          </a:xfrm>
          <a:prstGeom prst="bentConnector3">
            <a:avLst>
              <a:gd name="adj1" fmla="val 1733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9" name="Connector: Elbow 1148">
            <a:extLst>
              <a:ext uri="{FF2B5EF4-FFF2-40B4-BE49-F238E27FC236}">
                <a16:creationId xmlns:a16="http://schemas.microsoft.com/office/drawing/2014/main" id="{2A2AA034-3C71-4359-AB00-25F2D6FA310D}"/>
              </a:ext>
            </a:extLst>
          </p:cNvPr>
          <p:cNvCxnSpPr/>
          <p:nvPr/>
        </p:nvCxnSpPr>
        <p:spPr>
          <a:xfrm rot="16200000" flipH="1">
            <a:off x="6264416" y="3360537"/>
            <a:ext cx="422419" cy="388400"/>
          </a:xfrm>
          <a:prstGeom prst="bentConnector3">
            <a:avLst>
              <a:gd name="adj1" fmla="val 2721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4" name="Straight Connector 1153">
            <a:extLst>
              <a:ext uri="{FF2B5EF4-FFF2-40B4-BE49-F238E27FC236}">
                <a16:creationId xmlns:a16="http://schemas.microsoft.com/office/drawing/2014/main" id="{7A6F86F6-290D-43F9-916D-26DE5FC2CD98}"/>
              </a:ext>
            </a:extLst>
          </p:cNvPr>
          <p:cNvCxnSpPr/>
          <p:nvPr/>
        </p:nvCxnSpPr>
        <p:spPr>
          <a:xfrm>
            <a:off x="1613647" y="5054079"/>
            <a:ext cx="291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6" name="Straight Connector 1155">
            <a:extLst>
              <a:ext uri="{FF2B5EF4-FFF2-40B4-BE49-F238E27FC236}">
                <a16:creationId xmlns:a16="http://schemas.microsoft.com/office/drawing/2014/main" id="{646B4934-116E-44C1-B2FF-36FA6078D171}"/>
              </a:ext>
            </a:extLst>
          </p:cNvPr>
          <p:cNvCxnSpPr>
            <a:cxnSpLocks/>
          </p:cNvCxnSpPr>
          <p:nvPr/>
        </p:nvCxnSpPr>
        <p:spPr>
          <a:xfrm>
            <a:off x="2103120" y="5054079"/>
            <a:ext cx="10496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Connector 1158">
            <a:extLst>
              <a:ext uri="{FF2B5EF4-FFF2-40B4-BE49-F238E27FC236}">
                <a16:creationId xmlns:a16="http://schemas.microsoft.com/office/drawing/2014/main" id="{439230F0-21BF-4DBC-A07D-A16CBD0A66F2}"/>
              </a:ext>
            </a:extLst>
          </p:cNvPr>
          <p:cNvCxnSpPr/>
          <p:nvPr/>
        </p:nvCxnSpPr>
        <p:spPr>
          <a:xfrm>
            <a:off x="1857676" y="4964334"/>
            <a:ext cx="2454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1" name="Straight Connector 1160">
            <a:extLst>
              <a:ext uri="{FF2B5EF4-FFF2-40B4-BE49-F238E27FC236}">
                <a16:creationId xmlns:a16="http://schemas.microsoft.com/office/drawing/2014/main" id="{531C6927-6868-4BF9-B1E0-F12DE78F691A}"/>
              </a:ext>
            </a:extLst>
          </p:cNvPr>
          <p:cNvCxnSpPr>
            <a:cxnSpLocks/>
          </p:cNvCxnSpPr>
          <p:nvPr/>
        </p:nvCxnSpPr>
        <p:spPr>
          <a:xfrm>
            <a:off x="1605872" y="5583698"/>
            <a:ext cx="2518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3" name="Straight Connector 1162">
            <a:extLst>
              <a:ext uri="{FF2B5EF4-FFF2-40B4-BE49-F238E27FC236}">
                <a16:creationId xmlns:a16="http://schemas.microsoft.com/office/drawing/2014/main" id="{CBD3E2BE-C072-495A-83FD-5F22E4AE51E2}"/>
              </a:ext>
            </a:extLst>
          </p:cNvPr>
          <p:cNvCxnSpPr>
            <a:cxnSpLocks/>
          </p:cNvCxnSpPr>
          <p:nvPr/>
        </p:nvCxnSpPr>
        <p:spPr>
          <a:xfrm>
            <a:off x="2069432" y="5583698"/>
            <a:ext cx="1164656" cy="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6" name="Straight Connector 1165">
            <a:extLst>
              <a:ext uri="{FF2B5EF4-FFF2-40B4-BE49-F238E27FC236}">
                <a16:creationId xmlns:a16="http://schemas.microsoft.com/office/drawing/2014/main" id="{694BBC23-9D7B-452D-9058-CD4E9946A278}"/>
              </a:ext>
            </a:extLst>
          </p:cNvPr>
          <p:cNvCxnSpPr/>
          <p:nvPr/>
        </p:nvCxnSpPr>
        <p:spPr>
          <a:xfrm>
            <a:off x="1834617" y="5500210"/>
            <a:ext cx="2660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9" name="Straight Connector 1168">
            <a:extLst>
              <a:ext uri="{FF2B5EF4-FFF2-40B4-BE49-F238E27FC236}">
                <a16:creationId xmlns:a16="http://schemas.microsoft.com/office/drawing/2014/main" id="{C071B9A6-48FE-4183-A0B4-E2C853B98182}"/>
              </a:ext>
            </a:extLst>
          </p:cNvPr>
          <p:cNvCxnSpPr>
            <a:cxnSpLocks/>
          </p:cNvCxnSpPr>
          <p:nvPr/>
        </p:nvCxnSpPr>
        <p:spPr>
          <a:xfrm flipH="1">
            <a:off x="1605872" y="5054079"/>
            <a:ext cx="7775" cy="7719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9" name="Straight Connector 1178">
            <a:extLst>
              <a:ext uri="{FF2B5EF4-FFF2-40B4-BE49-F238E27FC236}">
                <a16:creationId xmlns:a16="http://schemas.microsoft.com/office/drawing/2014/main" id="{710B5FE0-518F-4811-8745-FE8F83FBF7A0}"/>
              </a:ext>
            </a:extLst>
          </p:cNvPr>
          <p:cNvCxnSpPr/>
          <p:nvPr/>
        </p:nvCxnSpPr>
        <p:spPr>
          <a:xfrm>
            <a:off x="1980398" y="4815840"/>
            <a:ext cx="0" cy="1484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0" name="Straight Connector 1179">
            <a:extLst>
              <a:ext uri="{FF2B5EF4-FFF2-40B4-BE49-F238E27FC236}">
                <a16:creationId xmlns:a16="http://schemas.microsoft.com/office/drawing/2014/main" id="{1646A071-CEB6-49E4-9A42-327C61983419}"/>
              </a:ext>
            </a:extLst>
          </p:cNvPr>
          <p:cNvCxnSpPr/>
          <p:nvPr/>
        </p:nvCxnSpPr>
        <p:spPr>
          <a:xfrm>
            <a:off x="1967665" y="5351716"/>
            <a:ext cx="0" cy="1484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1" name="Freeform: Shape 1180">
            <a:extLst>
              <a:ext uri="{FF2B5EF4-FFF2-40B4-BE49-F238E27FC236}">
                <a16:creationId xmlns:a16="http://schemas.microsoft.com/office/drawing/2014/main" id="{448CDBC0-0587-4590-A80D-5183E0FE6375}"/>
              </a:ext>
            </a:extLst>
          </p:cNvPr>
          <p:cNvSpPr/>
          <p:nvPr/>
        </p:nvSpPr>
        <p:spPr>
          <a:xfrm>
            <a:off x="1521823" y="5823857"/>
            <a:ext cx="87552" cy="126271"/>
          </a:xfrm>
          <a:custGeom>
            <a:avLst/>
            <a:gdLst>
              <a:gd name="connsiteX0" fmla="*/ 82731 w 87552"/>
              <a:gd name="connsiteY0" fmla="*/ 0 h 198120"/>
              <a:gd name="connsiteX1" fmla="*/ 65314 w 87552"/>
              <a:gd name="connsiteY1" fmla="*/ 4354 h 198120"/>
              <a:gd name="connsiteX2" fmla="*/ 50074 w 87552"/>
              <a:gd name="connsiteY2" fmla="*/ 8709 h 198120"/>
              <a:gd name="connsiteX3" fmla="*/ 41366 w 87552"/>
              <a:gd name="connsiteY3" fmla="*/ 13063 h 198120"/>
              <a:gd name="connsiteX4" fmla="*/ 23948 w 87552"/>
              <a:gd name="connsiteY4" fmla="*/ 15240 h 198120"/>
              <a:gd name="connsiteX5" fmla="*/ 39188 w 87552"/>
              <a:gd name="connsiteY5" fmla="*/ 26126 h 198120"/>
              <a:gd name="connsiteX6" fmla="*/ 45720 w 87552"/>
              <a:gd name="connsiteY6" fmla="*/ 28303 h 198120"/>
              <a:gd name="connsiteX7" fmla="*/ 63137 w 87552"/>
              <a:gd name="connsiteY7" fmla="*/ 32657 h 198120"/>
              <a:gd name="connsiteX8" fmla="*/ 84908 w 87552"/>
              <a:gd name="connsiteY8" fmla="*/ 37012 h 198120"/>
              <a:gd name="connsiteX9" fmla="*/ 87086 w 87552"/>
              <a:gd name="connsiteY9" fmla="*/ 43543 h 198120"/>
              <a:gd name="connsiteX10" fmla="*/ 74023 w 87552"/>
              <a:gd name="connsiteY10" fmla="*/ 47897 h 198120"/>
              <a:gd name="connsiteX11" fmla="*/ 71846 w 87552"/>
              <a:gd name="connsiteY11" fmla="*/ 54429 h 198120"/>
              <a:gd name="connsiteX12" fmla="*/ 65314 w 87552"/>
              <a:gd name="connsiteY12" fmla="*/ 56606 h 198120"/>
              <a:gd name="connsiteX13" fmla="*/ 58783 w 87552"/>
              <a:gd name="connsiteY13" fmla="*/ 60960 h 198120"/>
              <a:gd name="connsiteX14" fmla="*/ 45720 w 87552"/>
              <a:gd name="connsiteY14" fmla="*/ 65314 h 198120"/>
              <a:gd name="connsiteX15" fmla="*/ 28303 w 87552"/>
              <a:gd name="connsiteY15" fmla="*/ 74023 h 198120"/>
              <a:gd name="connsiteX16" fmla="*/ 15240 w 87552"/>
              <a:gd name="connsiteY16" fmla="*/ 78377 h 198120"/>
              <a:gd name="connsiteX17" fmla="*/ 10886 w 87552"/>
              <a:gd name="connsiteY17" fmla="*/ 82732 h 198120"/>
              <a:gd name="connsiteX18" fmla="*/ 19594 w 87552"/>
              <a:gd name="connsiteY18" fmla="*/ 84909 h 198120"/>
              <a:gd name="connsiteX19" fmla="*/ 32657 w 87552"/>
              <a:gd name="connsiteY19" fmla="*/ 93617 h 198120"/>
              <a:gd name="connsiteX20" fmla="*/ 41366 w 87552"/>
              <a:gd name="connsiteY20" fmla="*/ 97972 h 198120"/>
              <a:gd name="connsiteX21" fmla="*/ 50074 w 87552"/>
              <a:gd name="connsiteY21" fmla="*/ 104503 h 198120"/>
              <a:gd name="connsiteX22" fmla="*/ 58783 w 87552"/>
              <a:gd name="connsiteY22" fmla="*/ 106680 h 198120"/>
              <a:gd name="connsiteX23" fmla="*/ 65314 w 87552"/>
              <a:gd name="connsiteY23" fmla="*/ 111034 h 198120"/>
              <a:gd name="connsiteX24" fmla="*/ 80554 w 87552"/>
              <a:gd name="connsiteY24" fmla="*/ 115389 h 198120"/>
              <a:gd name="connsiteX25" fmla="*/ 74023 w 87552"/>
              <a:gd name="connsiteY25" fmla="*/ 117566 h 198120"/>
              <a:gd name="connsiteX26" fmla="*/ 69668 w 87552"/>
              <a:gd name="connsiteY26" fmla="*/ 121920 h 198120"/>
              <a:gd name="connsiteX27" fmla="*/ 56606 w 87552"/>
              <a:gd name="connsiteY27" fmla="*/ 126274 h 198120"/>
              <a:gd name="connsiteX28" fmla="*/ 37011 w 87552"/>
              <a:gd name="connsiteY28" fmla="*/ 132806 h 198120"/>
              <a:gd name="connsiteX29" fmla="*/ 30480 w 87552"/>
              <a:gd name="connsiteY29" fmla="*/ 137160 h 198120"/>
              <a:gd name="connsiteX30" fmla="*/ 21771 w 87552"/>
              <a:gd name="connsiteY30" fmla="*/ 141514 h 198120"/>
              <a:gd name="connsiteX31" fmla="*/ 10886 w 87552"/>
              <a:gd name="connsiteY31" fmla="*/ 148046 h 198120"/>
              <a:gd name="connsiteX32" fmla="*/ 6531 w 87552"/>
              <a:gd name="connsiteY32" fmla="*/ 154577 h 198120"/>
              <a:gd name="connsiteX33" fmla="*/ 0 w 87552"/>
              <a:gd name="connsiteY33" fmla="*/ 156754 h 198120"/>
              <a:gd name="connsiteX34" fmla="*/ 6531 w 87552"/>
              <a:gd name="connsiteY34" fmla="*/ 161109 h 198120"/>
              <a:gd name="connsiteX35" fmla="*/ 17417 w 87552"/>
              <a:gd name="connsiteY35" fmla="*/ 163286 h 198120"/>
              <a:gd name="connsiteX36" fmla="*/ 23948 w 87552"/>
              <a:gd name="connsiteY36" fmla="*/ 165463 h 198120"/>
              <a:gd name="connsiteX37" fmla="*/ 34834 w 87552"/>
              <a:gd name="connsiteY37" fmla="*/ 167640 h 198120"/>
              <a:gd name="connsiteX38" fmla="*/ 43543 w 87552"/>
              <a:gd name="connsiteY38" fmla="*/ 180703 h 198120"/>
              <a:gd name="connsiteX39" fmla="*/ 56606 w 87552"/>
              <a:gd name="connsiteY39" fmla="*/ 185057 h 198120"/>
              <a:gd name="connsiteX40" fmla="*/ 69668 w 87552"/>
              <a:gd name="connsiteY40" fmla="*/ 193766 h 198120"/>
              <a:gd name="connsiteX41" fmla="*/ 74023 w 87552"/>
              <a:gd name="connsiteY41" fmla="*/ 198120 h 198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87552" h="198120">
                <a:moveTo>
                  <a:pt x="82731" y="0"/>
                </a:moveTo>
                <a:cubicBezTo>
                  <a:pt x="64211" y="3704"/>
                  <a:pt x="78696" y="339"/>
                  <a:pt x="65314" y="4354"/>
                </a:cubicBezTo>
                <a:cubicBezTo>
                  <a:pt x="60253" y="5872"/>
                  <a:pt x="55039" y="6903"/>
                  <a:pt x="50074" y="8709"/>
                </a:cubicBezTo>
                <a:cubicBezTo>
                  <a:pt x="47024" y="9818"/>
                  <a:pt x="44514" y="12276"/>
                  <a:pt x="41366" y="13063"/>
                </a:cubicBezTo>
                <a:cubicBezTo>
                  <a:pt x="35690" y="14482"/>
                  <a:pt x="29754" y="14514"/>
                  <a:pt x="23948" y="15240"/>
                </a:cubicBezTo>
                <a:cubicBezTo>
                  <a:pt x="25920" y="16719"/>
                  <a:pt x="36004" y="24534"/>
                  <a:pt x="39188" y="26126"/>
                </a:cubicBezTo>
                <a:cubicBezTo>
                  <a:pt x="41241" y="27152"/>
                  <a:pt x="43506" y="27699"/>
                  <a:pt x="45720" y="28303"/>
                </a:cubicBezTo>
                <a:cubicBezTo>
                  <a:pt x="51493" y="29877"/>
                  <a:pt x="57269" y="31483"/>
                  <a:pt x="63137" y="32657"/>
                </a:cubicBezTo>
                <a:lnTo>
                  <a:pt x="84908" y="37012"/>
                </a:lnTo>
                <a:cubicBezTo>
                  <a:pt x="85634" y="39189"/>
                  <a:pt x="88709" y="41920"/>
                  <a:pt x="87086" y="43543"/>
                </a:cubicBezTo>
                <a:cubicBezTo>
                  <a:pt x="83840" y="46789"/>
                  <a:pt x="74023" y="47897"/>
                  <a:pt x="74023" y="47897"/>
                </a:cubicBezTo>
                <a:cubicBezTo>
                  <a:pt x="73297" y="50074"/>
                  <a:pt x="73469" y="52806"/>
                  <a:pt x="71846" y="54429"/>
                </a:cubicBezTo>
                <a:cubicBezTo>
                  <a:pt x="70223" y="56052"/>
                  <a:pt x="67367" y="55580"/>
                  <a:pt x="65314" y="56606"/>
                </a:cubicBezTo>
                <a:cubicBezTo>
                  <a:pt x="62974" y="57776"/>
                  <a:pt x="61174" y="59897"/>
                  <a:pt x="58783" y="60960"/>
                </a:cubicBezTo>
                <a:cubicBezTo>
                  <a:pt x="54589" y="62824"/>
                  <a:pt x="45720" y="65314"/>
                  <a:pt x="45720" y="65314"/>
                </a:cubicBezTo>
                <a:cubicBezTo>
                  <a:pt x="37007" y="71123"/>
                  <a:pt x="40020" y="69763"/>
                  <a:pt x="28303" y="74023"/>
                </a:cubicBezTo>
                <a:cubicBezTo>
                  <a:pt x="23989" y="75591"/>
                  <a:pt x="15240" y="78377"/>
                  <a:pt x="15240" y="78377"/>
                </a:cubicBezTo>
                <a:cubicBezTo>
                  <a:pt x="13789" y="79829"/>
                  <a:pt x="9747" y="81024"/>
                  <a:pt x="10886" y="82732"/>
                </a:cubicBezTo>
                <a:cubicBezTo>
                  <a:pt x="12545" y="85222"/>
                  <a:pt x="16918" y="83571"/>
                  <a:pt x="19594" y="84909"/>
                </a:cubicBezTo>
                <a:cubicBezTo>
                  <a:pt x="24275" y="87249"/>
                  <a:pt x="27976" y="91276"/>
                  <a:pt x="32657" y="93617"/>
                </a:cubicBezTo>
                <a:cubicBezTo>
                  <a:pt x="35560" y="95069"/>
                  <a:pt x="38614" y="96252"/>
                  <a:pt x="41366" y="97972"/>
                </a:cubicBezTo>
                <a:cubicBezTo>
                  <a:pt x="44443" y="99895"/>
                  <a:pt x="46829" y="102880"/>
                  <a:pt x="50074" y="104503"/>
                </a:cubicBezTo>
                <a:cubicBezTo>
                  <a:pt x="52750" y="105841"/>
                  <a:pt x="55880" y="105954"/>
                  <a:pt x="58783" y="106680"/>
                </a:cubicBezTo>
                <a:cubicBezTo>
                  <a:pt x="60960" y="108131"/>
                  <a:pt x="62974" y="109864"/>
                  <a:pt x="65314" y="111034"/>
                </a:cubicBezTo>
                <a:cubicBezTo>
                  <a:pt x="68441" y="112598"/>
                  <a:pt x="77758" y="114690"/>
                  <a:pt x="80554" y="115389"/>
                </a:cubicBezTo>
                <a:cubicBezTo>
                  <a:pt x="78377" y="116115"/>
                  <a:pt x="75991" y="116385"/>
                  <a:pt x="74023" y="117566"/>
                </a:cubicBezTo>
                <a:cubicBezTo>
                  <a:pt x="72263" y="118622"/>
                  <a:pt x="71504" y="121002"/>
                  <a:pt x="69668" y="121920"/>
                </a:cubicBezTo>
                <a:cubicBezTo>
                  <a:pt x="65563" y="123972"/>
                  <a:pt x="60711" y="124221"/>
                  <a:pt x="56606" y="126274"/>
                </a:cubicBezTo>
                <a:cubicBezTo>
                  <a:pt x="44587" y="132284"/>
                  <a:pt x="51080" y="129993"/>
                  <a:pt x="37011" y="132806"/>
                </a:cubicBezTo>
                <a:cubicBezTo>
                  <a:pt x="34834" y="134257"/>
                  <a:pt x="32752" y="135862"/>
                  <a:pt x="30480" y="137160"/>
                </a:cubicBezTo>
                <a:cubicBezTo>
                  <a:pt x="27662" y="138770"/>
                  <a:pt x="24471" y="139714"/>
                  <a:pt x="21771" y="141514"/>
                </a:cubicBezTo>
                <a:cubicBezTo>
                  <a:pt x="9815" y="149485"/>
                  <a:pt x="26049" y="142992"/>
                  <a:pt x="10886" y="148046"/>
                </a:cubicBezTo>
                <a:cubicBezTo>
                  <a:pt x="9434" y="150223"/>
                  <a:pt x="8574" y="152943"/>
                  <a:pt x="6531" y="154577"/>
                </a:cubicBezTo>
                <a:cubicBezTo>
                  <a:pt x="4739" y="156010"/>
                  <a:pt x="0" y="154459"/>
                  <a:pt x="0" y="156754"/>
                </a:cubicBezTo>
                <a:cubicBezTo>
                  <a:pt x="0" y="159371"/>
                  <a:pt x="4081" y="160190"/>
                  <a:pt x="6531" y="161109"/>
                </a:cubicBezTo>
                <a:cubicBezTo>
                  <a:pt x="9996" y="162408"/>
                  <a:pt x="13827" y="162389"/>
                  <a:pt x="17417" y="163286"/>
                </a:cubicBezTo>
                <a:cubicBezTo>
                  <a:pt x="19643" y="163843"/>
                  <a:pt x="21722" y="164906"/>
                  <a:pt x="23948" y="165463"/>
                </a:cubicBezTo>
                <a:cubicBezTo>
                  <a:pt x="27538" y="166360"/>
                  <a:pt x="31205" y="166914"/>
                  <a:pt x="34834" y="167640"/>
                </a:cubicBezTo>
                <a:cubicBezTo>
                  <a:pt x="37737" y="171994"/>
                  <a:pt x="38578" y="179048"/>
                  <a:pt x="43543" y="180703"/>
                </a:cubicBezTo>
                <a:lnTo>
                  <a:pt x="56606" y="185057"/>
                </a:lnTo>
                <a:cubicBezTo>
                  <a:pt x="60960" y="187960"/>
                  <a:pt x="65967" y="190066"/>
                  <a:pt x="69668" y="193766"/>
                </a:cubicBezTo>
                <a:lnTo>
                  <a:pt x="74023" y="19812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83" name="Straight Connector 1182">
            <a:extLst>
              <a:ext uri="{FF2B5EF4-FFF2-40B4-BE49-F238E27FC236}">
                <a16:creationId xmlns:a16="http://schemas.microsoft.com/office/drawing/2014/main" id="{8A770942-01CF-4B89-9412-D446158D1D6C}"/>
              </a:ext>
            </a:extLst>
          </p:cNvPr>
          <p:cNvCxnSpPr>
            <a:cxnSpLocks/>
            <a:stCxn id="1181" idx="41"/>
          </p:cNvCxnSpPr>
          <p:nvPr/>
        </p:nvCxnSpPr>
        <p:spPr>
          <a:xfrm>
            <a:off x="1595846" y="5950128"/>
            <a:ext cx="0" cy="108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Connector 1186">
            <a:extLst>
              <a:ext uri="{FF2B5EF4-FFF2-40B4-BE49-F238E27FC236}">
                <a16:creationId xmlns:a16="http://schemas.microsoft.com/office/drawing/2014/main" id="{549B2791-88AB-4090-8A7D-554412243A24}"/>
              </a:ext>
            </a:extLst>
          </p:cNvPr>
          <p:cNvCxnSpPr/>
          <p:nvPr/>
        </p:nvCxnSpPr>
        <p:spPr>
          <a:xfrm>
            <a:off x="1521823" y="6058989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9" name="Straight Connector 1188">
            <a:extLst>
              <a:ext uri="{FF2B5EF4-FFF2-40B4-BE49-F238E27FC236}">
                <a16:creationId xmlns:a16="http://schemas.microsoft.com/office/drawing/2014/main" id="{27E05262-BEA6-4E94-83AB-63A9E4C15C01}"/>
              </a:ext>
            </a:extLst>
          </p:cNvPr>
          <p:cNvCxnSpPr/>
          <p:nvPr/>
        </p:nvCxnSpPr>
        <p:spPr>
          <a:xfrm flipH="1">
            <a:off x="1463040" y="6058989"/>
            <a:ext cx="58783" cy="74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1" name="Straight Connector 1190">
            <a:extLst>
              <a:ext uri="{FF2B5EF4-FFF2-40B4-BE49-F238E27FC236}">
                <a16:creationId xmlns:a16="http://schemas.microsoft.com/office/drawing/2014/main" id="{C4088B00-E76B-4194-B808-1BD669A1D5EA}"/>
              </a:ext>
            </a:extLst>
          </p:cNvPr>
          <p:cNvCxnSpPr/>
          <p:nvPr/>
        </p:nvCxnSpPr>
        <p:spPr>
          <a:xfrm flipH="1">
            <a:off x="1550592" y="6058989"/>
            <a:ext cx="45254" cy="74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3" name="Straight Connector 1192">
            <a:extLst>
              <a:ext uri="{FF2B5EF4-FFF2-40B4-BE49-F238E27FC236}">
                <a16:creationId xmlns:a16="http://schemas.microsoft.com/office/drawing/2014/main" id="{1AE8574C-6031-46AB-90F2-A791C22AC46F}"/>
              </a:ext>
            </a:extLst>
          </p:cNvPr>
          <p:cNvCxnSpPr/>
          <p:nvPr/>
        </p:nvCxnSpPr>
        <p:spPr>
          <a:xfrm flipH="1">
            <a:off x="1613647" y="6058988"/>
            <a:ext cx="60576" cy="74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4" name="TextBox 1193">
            <a:extLst>
              <a:ext uri="{FF2B5EF4-FFF2-40B4-BE49-F238E27FC236}">
                <a16:creationId xmlns:a16="http://schemas.microsoft.com/office/drawing/2014/main" id="{FD677AB2-1ABB-40F9-95A7-CF882F1F5560}"/>
              </a:ext>
            </a:extLst>
          </p:cNvPr>
          <p:cNvSpPr txBox="1"/>
          <p:nvPr/>
        </p:nvSpPr>
        <p:spPr>
          <a:xfrm>
            <a:off x="1896620" y="1588162"/>
            <a:ext cx="57120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000" dirty="0"/>
              <a:t>CE</a:t>
            </a:r>
          </a:p>
          <a:p>
            <a:pPr algn="r">
              <a:lnSpc>
                <a:spcPct val="150000"/>
              </a:lnSpc>
            </a:pPr>
            <a:r>
              <a:rPr lang="en-US" sz="1000" dirty="0"/>
              <a:t>CSN</a:t>
            </a:r>
          </a:p>
          <a:p>
            <a:pPr algn="r">
              <a:lnSpc>
                <a:spcPct val="150000"/>
              </a:lnSpc>
            </a:pPr>
            <a:r>
              <a:rPr lang="en-US" sz="1000" dirty="0"/>
              <a:t>MOSI</a:t>
            </a:r>
          </a:p>
          <a:p>
            <a:pPr algn="r">
              <a:lnSpc>
                <a:spcPct val="150000"/>
              </a:lnSpc>
            </a:pPr>
            <a:r>
              <a:rPr lang="en-US" sz="1000" dirty="0"/>
              <a:t>MISO </a:t>
            </a:r>
          </a:p>
          <a:p>
            <a:pPr algn="r">
              <a:lnSpc>
                <a:spcPct val="150000"/>
              </a:lnSpc>
            </a:pPr>
            <a:r>
              <a:rPr lang="en-US" sz="1000" dirty="0"/>
              <a:t>SCK</a:t>
            </a:r>
            <a:endParaRPr lang="en-IN" sz="1000" dirty="0"/>
          </a:p>
        </p:txBody>
      </p:sp>
      <p:sp>
        <p:nvSpPr>
          <p:cNvPr id="1196" name="Rectangle 1195">
            <a:extLst>
              <a:ext uri="{FF2B5EF4-FFF2-40B4-BE49-F238E27FC236}">
                <a16:creationId xmlns:a16="http://schemas.microsoft.com/office/drawing/2014/main" id="{92EE34F1-8AF0-42A5-BE65-17E394F36C59}"/>
              </a:ext>
            </a:extLst>
          </p:cNvPr>
          <p:cNvSpPr/>
          <p:nvPr/>
        </p:nvSpPr>
        <p:spPr>
          <a:xfrm>
            <a:off x="3120362" y="1538538"/>
            <a:ext cx="1007501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dirty="0"/>
              <a:t>7</a:t>
            </a:r>
          </a:p>
          <a:p>
            <a:pPr>
              <a:lnSpc>
                <a:spcPct val="150000"/>
              </a:lnSpc>
            </a:pPr>
            <a:r>
              <a:rPr lang="en-US" sz="1000" dirty="0"/>
              <a:t>8</a:t>
            </a:r>
          </a:p>
          <a:p>
            <a:pPr>
              <a:lnSpc>
                <a:spcPct val="150000"/>
              </a:lnSpc>
            </a:pPr>
            <a:r>
              <a:rPr lang="en-US" sz="1000" dirty="0"/>
              <a:t>11</a:t>
            </a:r>
          </a:p>
          <a:p>
            <a:pPr>
              <a:lnSpc>
                <a:spcPct val="150000"/>
              </a:lnSpc>
            </a:pPr>
            <a:r>
              <a:rPr lang="en-US" sz="1000" dirty="0"/>
              <a:t>12 </a:t>
            </a:r>
          </a:p>
          <a:p>
            <a:pPr>
              <a:lnSpc>
                <a:spcPct val="150000"/>
              </a:lnSpc>
            </a:pPr>
            <a:r>
              <a:rPr lang="en-US" sz="1000" dirty="0"/>
              <a:t>13</a:t>
            </a:r>
            <a:endParaRPr lang="en-IN" sz="1000" dirty="0"/>
          </a:p>
        </p:txBody>
      </p:sp>
      <p:cxnSp>
        <p:nvCxnSpPr>
          <p:cNvPr id="1198" name="Straight Connector 1197">
            <a:extLst>
              <a:ext uri="{FF2B5EF4-FFF2-40B4-BE49-F238E27FC236}">
                <a16:creationId xmlns:a16="http://schemas.microsoft.com/office/drawing/2014/main" id="{4F631CB0-4D7A-42B9-9CBC-0DBA9EFE3E7B}"/>
              </a:ext>
            </a:extLst>
          </p:cNvPr>
          <p:cNvCxnSpPr/>
          <p:nvPr/>
        </p:nvCxnSpPr>
        <p:spPr>
          <a:xfrm>
            <a:off x="2485487" y="1787214"/>
            <a:ext cx="6870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0" name="Straight Connector 1199">
            <a:extLst>
              <a:ext uri="{FF2B5EF4-FFF2-40B4-BE49-F238E27FC236}">
                <a16:creationId xmlns:a16="http://schemas.microsoft.com/office/drawing/2014/main" id="{5F5A0BE7-768F-43FA-80E3-E106BB7B33DD}"/>
              </a:ext>
            </a:extLst>
          </p:cNvPr>
          <p:cNvCxnSpPr/>
          <p:nvPr/>
        </p:nvCxnSpPr>
        <p:spPr>
          <a:xfrm flipV="1">
            <a:off x="2489310" y="1977743"/>
            <a:ext cx="655460" cy="87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" name="Straight Connector 1201">
            <a:extLst>
              <a:ext uri="{FF2B5EF4-FFF2-40B4-BE49-F238E27FC236}">
                <a16:creationId xmlns:a16="http://schemas.microsoft.com/office/drawing/2014/main" id="{4AB72340-30CE-4457-B2F0-19623A1D4EFE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486024" y="2183443"/>
            <a:ext cx="684954" cy="25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4" name="Straight Connector 1203">
            <a:extLst>
              <a:ext uri="{FF2B5EF4-FFF2-40B4-BE49-F238E27FC236}">
                <a16:creationId xmlns:a16="http://schemas.microsoft.com/office/drawing/2014/main" id="{ABC5CE61-7265-4091-8ABD-4989EE5E40B6}"/>
              </a:ext>
            </a:extLst>
          </p:cNvPr>
          <p:cNvCxnSpPr>
            <a:cxnSpLocks/>
          </p:cNvCxnSpPr>
          <p:nvPr/>
        </p:nvCxnSpPr>
        <p:spPr>
          <a:xfrm>
            <a:off x="2485487" y="2433758"/>
            <a:ext cx="6854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9" name="Straight Connector 1208">
            <a:extLst>
              <a:ext uri="{FF2B5EF4-FFF2-40B4-BE49-F238E27FC236}">
                <a16:creationId xmlns:a16="http://schemas.microsoft.com/office/drawing/2014/main" id="{54A29C00-D16C-47E7-B0EC-3AF978CE26AC}"/>
              </a:ext>
            </a:extLst>
          </p:cNvPr>
          <p:cNvCxnSpPr>
            <a:cxnSpLocks/>
          </p:cNvCxnSpPr>
          <p:nvPr/>
        </p:nvCxnSpPr>
        <p:spPr>
          <a:xfrm>
            <a:off x="2485487" y="2675821"/>
            <a:ext cx="6672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9" name="TextBox 1218">
            <a:extLst>
              <a:ext uri="{FF2B5EF4-FFF2-40B4-BE49-F238E27FC236}">
                <a16:creationId xmlns:a16="http://schemas.microsoft.com/office/drawing/2014/main" id="{0A4E6F24-73D2-406C-815D-5BF2C8E18FC0}"/>
              </a:ext>
            </a:extLst>
          </p:cNvPr>
          <p:cNvSpPr txBox="1"/>
          <p:nvPr/>
        </p:nvSpPr>
        <p:spPr>
          <a:xfrm>
            <a:off x="1322610" y="2598011"/>
            <a:ext cx="4828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V</a:t>
            </a:r>
            <a:r>
              <a:rPr lang="en-US" sz="800" dirty="0"/>
              <a:t>cc</a:t>
            </a:r>
            <a:endParaRPr lang="en-IN" sz="800" dirty="0"/>
          </a:p>
        </p:txBody>
      </p:sp>
      <p:sp>
        <p:nvSpPr>
          <p:cNvPr id="1220" name="TextBox 1219">
            <a:extLst>
              <a:ext uri="{FF2B5EF4-FFF2-40B4-BE49-F238E27FC236}">
                <a16:creationId xmlns:a16="http://schemas.microsoft.com/office/drawing/2014/main" id="{A82788E3-A39E-444C-82D5-6431DA41960F}"/>
              </a:ext>
            </a:extLst>
          </p:cNvPr>
          <p:cNvSpPr txBox="1"/>
          <p:nvPr/>
        </p:nvSpPr>
        <p:spPr>
          <a:xfrm>
            <a:off x="1587716" y="2594980"/>
            <a:ext cx="5701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GND</a:t>
            </a:r>
            <a:endParaRPr lang="en-IN" sz="1000" dirty="0"/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F57C65BA-EA18-4F2D-9EE7-7DF7F1453049}"/>
              </a:ext>
            </a:extLst>
          </p:cNvPr>
          <p:cNvSpPr txBox="1"/>
          <p:nvPr/>
        </p:nvSpPr>
        <p:spPr>
          <a:xfrm>
            <a:off x="1327010" y="3542758"/>
            <a:ext cx="4411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3.3v</a:t>
            </a:r>
            <a:endParaRPr lang="en-IN" sz="900" dirty="0"/>
          </a:p>
        </p:txBody>
      </p:sp>
      <p:cxnSp>
        <p:nvCxnSpPr>
          <p:cNvPr id="1223" name="Straight Connector 1222">
            <a:extLst>
              <a:ext uri="{FF2B5EF4-FFF2-40B4-BE49-F238E27FC236}">
                <a16:creationId xmlns:a16="http://schemas.microsoft.com/office/drawing/2014/main" id="{F5C12363-1588-4647-A964-62208B495221}"/>
              </a:ext>
            </a:extLst>
          </p:cNvPr>
          <p:cNvCxnSpPr>
            <a:stCxn id="27" idx="2"/>
          </p:cNvCxnSpPr>
          <p:nvPr/>
        </p:nvCxnSpPr>
        <p:spPr>
          <a:xfrm>
            <a:off x="1904731" y="4139682"/>
            <a:ext cx="0" cy="3619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4" name="TextBox 1223">
            <a:extLst>
              <a:ext uri="{FF2B5EF4-FFF2-40B4-BE49-F238E27FC236}">
                <a16:creationId xmlns:a16="http://schemas.microsoft.com/office/drawing/2014/main" id="{EA92D055-7024-43A5-9E86-3D3ABEA3DA5F}"/>
              </a:ext>
            </a:extLst>
          </p:cNvPr>
          <p:cNvSpPr txBox="1"/>
          <p:nvPr/>
        </p:nvSpPr>
        <p:spPr>
          <a:xfrm>
            <a:off x="1268374" y="3743926"/>
            <a:ext cx="17456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VOLTAGE REGULATOR</a:t>
            </a:r>
            <a:endParaRPr lang="en-IN" sz="800" dirty="0"/>
          </a:p>
        </p:txBody>
      </p:sp>
      <p:sp>
        <p:nvSpPr>
          <p:cNvPr id="1226" name="TextBox 1225">
            <a:extLst>
              <a:ext uri="{FF2B5EF4-FFF2-40B4-BE49-F238E27FC236}">
                <a16:creationId xmlns:a16="http://schemas.microsoft.com/office/drawing/2014/main" id="{80A15492-18B0-41A3-B9A1-856F8E548B3C}"/>
              </a:ext>
            </a:extLst>
          </p:cNvPr>
          <p:cNvSpPr txBox="1"/>
          <p:nvPr/>
        </p:nvSpPr>
        <p:spPr>
          <a:xfrm>
            <a:off x="1721451" y="3937935"/>
            <a:ext cx="384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12v</a:t>
            </a:r>
            <a:endParaRPr lang="en-IN" sz="1000" dirty="0"/>
          </a:p>
        </p:txBody>
      </p:sp>
      <p:sp>
        <p:nvSpPr>
          <p:cNvPr id="1227" name="TextBox 1226">
            <a:extLst>
              <a:ext uri="{FF2B5EF4-FFF2-40B4-BE49-F238E27FC236}">
                <a16:creationId xmlns:a16="http://schemas.microsoft.com/office/drawing/2014/main" id="{4D2010F6-35D0-403A-8897-F8AE4DAABCC4}"/>
              </a:ext>
            </a:extLst>
          </p:cNvPr>
          <p:cNvSpPr txBox="1"/>
          <p:nvPr/>
        </p:nvSpPr>
        <p:spPr>
          <a:xfrm>
            <a:off x="3109877" y="3198182"/>
            <a:ext cx="556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GND</a:t>
            </a:r>
            <a:endParaRPr lang="en-IN" sz="1000" dirty="0"/>
          </a:p>
        </p:txBody>
      </p:sp>
      <p:sp>
        <p:nvSpPr>
          <p:cNvPr id="1228" name="TextBox 1227">
            <a:extLst>
              <a:ext uri="{FF2B5EF4-FFF2-40B4-BE49-F238E27FC236}">
                <a16:creationId xmlns:a16="http://schemas.microsoft.com/office/drawing/2014/main" id="{BE0A609F-CE07-4AF5-A549-AFBEA8B9C865}"/>
              </a:ext>
            </a:extLst>
          </p:cNvPr>
          <p:cNvSpPr txBox="1"/>
          <p:nvPr/>
        </p:nvSpPr>
        <p:spPr>
          <a:xfrm>
            <a:off x="6655620" y="570162"/>
            <a:ext cx="590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5v</a:t>
            </a:r>
            <a:endParaRPr lang="en-IN" dirty="0"/>
          </a:p>
        </p:txBody>
      </p:sp>
      <p:cxnSp>
        <p:nvCxnSpPr>
          <p:cNvPr id="1230" name="Straight Connector 1229">
            <a:extLst>
              <a:ext uri="{FF2B5EF4-FFF2-40B4-BE49-F238E27FC236}">
                <a16:creationId xmlns:a16="http://schemas.microsoft.com/office/drawing/2014/main" id="{ABA9EB65-CAE5-476C-BD7D-B1771CE04542}"/>
              </a:ext>
            </a:extLst>
          </p:cNvPr>
          <p:cNvCxnSpPr>
            <a:cxnSpLocks/>
          </p:cNvCxnSpPr>
          <p:nvPr/>
        </p:nvCxnSpPr>
        <p:spPr>
          <a:xfrm flipV="1">
            <a:off x="6665605" y="841174"/>
            <a:ext cx="379192" cy="42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2" name="Straight Connector 1231">
            <a:extLst>
              <a:ext uri="{FF2B5EF4-FFF2-40B4-BE49-F238E27FC236}">
                <a16:creationId xmlns:a16="http://schemas.microsoft.com/office/drawing/2014/main" id="{E2E5CC0D-7157-4DAE-8CFF-61CC7640979D}"/>
              </a:ext>
            </a:extLst>
          </p:cNvPr>
          <p:cNvCxnSpPr>
            <a:cxnSpLocks/>
          </p:cNvCxnSpPr>
          <p:nvPr/>
        </p:nvCxnSpPr>
        <p:spPr>
          <a:xfrm>
            <a:off x="6753159" y="892976"/>
            <a:ext cx="190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7" name="TextBox 1236">
            <a:extLst>
              <a:ext uri="{FF2B5EF4-FFF2-40B4-BE49-F238E27FC236}">
                <a16:creationId xmlns:a16="http://schemas.microsoft.com/office/drawing/2014/main" id="{1ABA6664-0811-41C6-B43F-BE4828EB4D15}"/>
              </a:ext>
            </a:extLst>
          </p:cNvPr>
          <p:cNvSpPr txBox="1"/>
          <p:nvPr/>
        </p:nvSpPr>
        <p:spPr>
          <a:xfrm>
            <a:off x="3142188" y="4904685"/>
            <a:ext cx="4272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A0</a:t>
            </a:r>
            <a:endParaRPr lang="en-IN" sz="1000" dirty="0"/>
          </a:p>
        </p:txBody>
      </p:sp>
      <p:sp>
        <p:nvSpPr>
          <p:cNvPr id="1238" name="TextBox 1237">
            <a:extLst>
              <a:ext uri="{FF2B5EF4-FFF2-40B4-BE49-F238E27FC236}">
                <a16:creationId xmlns:a16="http://schemas.microsoft.com/office/drawing/2014/main" id="{B2FE9640-9E54-4980-A87A-EDF1CC126C36}"/>
              </a:ext>
            </a:extLst>
          </p:cNvPr>
          <p:cNvSpPr txBox="1"/>
          <p:nvPr/>
        </p:nvSpPr>
        <p:spPr>
          <a:xfrm>
            <a:off x="3142188" y="5447345"/>
            <a:ext cx="4320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A1</a:t>
            </a:r>
            <a:endParaRPr lang="en-IN" sz="1000" dirty="0"/>
          </a:p>
        </p:txBody>
      </p:sp>
      <p:sp>
        <p:nvSpPr>
          <p:cNvPr id="1239" name="TextBox 1238">
            <a:extLst>
              <a:ext uri="{FF2B5EF4-FFF2-40B4-BE49-F238E27FC236}">
                <a16:creationId xmlns:a16="http://schemas.microsoft.com/office/drawing/2014/main" id="{C78190FF-17A3-41A9-A879-3EC4A0AFCAA9}"/>
              </a:ext>
            </a:extLst>
          </p:cNvPr>
          <p:cNvSpPr txBox="1"/>
          <p:nvPr/>
        </p:nvSpPr>
        <p:spPr>
          <a:xfrm>
            <a:off x="882057" y="5720167"/>
            <a:ext cx="7142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10Kohm</a:t>
            </a:r>
            <a:endParaRPr lang="en-IN" sz="1000" dirty="0"/>
          </a:p>
        </p:txBody>
      </p:sp>
      <p:sp>
        <p:nvSpPr>
          <p:cNvPr id="1240" name="TextBox 1239">
            <a:extLst>
              <a:ext uri="{FF2B5EF4-FFF2-40B4-BE49-F238E27FC236}">
                <a16:creationId xmlns:a16="http://schemas.microsoft.com/office/drawing/2014/main" id="{0010D2BC-BD3E-45FE-AC3E-5E81C432C122}"/>
              </a:ext>
            </a:extLst>
          </p:cNvPr>
          <p:cNvSpPr txBox="1"/>
          <p:nvPr/>
        </p:nvSpPr>
        <p:spPr>
          <a:xfrm>
            <a:off x="4511411" y="4890087"/>
            <a:ext cx="2915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4</a:t>
            </a:r>
            <a:endParaRPr lang="en-IN" sz="1000" dirty="0"/>
          </a:p>
        </p:txBody>
      </p:sp>
      <p:sp>
        <p:nvSpPr>
          <p:cNvPr id="1241" name="TextBox 1240">
            <a:extLst>
              <a:ext uri="{FF2B5EF4-FFF2-40B4-BE49-F238E27FC236}">
                <a16:creationId xmlns:a16="http://schemas.microsoft.com/office/drawing/2014/main" id="{0C1351B1-286B-48F2-96AD-7F054EB77F3B}"/>
              </a:ext>
            </a:extLst>
          </p:cNvPr>
          <p:cNvSpPr txBox="1"/>
          <p:nvPr/>
        </p:nvSpPr>
        <p:spPr>
          <a:xfrm>
            <a:off x="4559440" y="5292490"/>
            <a:ext cx="2712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6</a:t>
            </a:r>
            <a:endParaRPr lang="en-IN" sz="1000" dirty="0"/>
          </a:p>
        </p:txBody>
      </p:sp>
      <p:sp>
        <p:nvSpPr>
          <p:cNvPr id="1242" name="TextBox 1241">
            <a:extLst>
              <a:ext uri="{FF2B5EF4-FFF2-40B4-BE49-F238E27FC236}">
                <a16:creationId xmlns:a16="http://schemas.microsoft.com/office/drawing/2014/main" id="{5204A00F-954E-46B7-9551-D119F46E77D6}"/>
              </a:ext>
            </a:extLst>
          </p:cNvPr>
          <p:cNvSpPr txBox="1"/>
          <p:nvPr/>
        </p:nvSpPr>
        <p:spPr>
          <a:xfrm>
            <a:off x="1975301" y="4716722"/>
            <a:ext cx="3369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</a:t>
            </a:r>
            <a:r>
              <a:rPr lang="en-US" sz="800" dirty="0"/>
              <a:t>o</a:t>
            </a:r>
            <a:endParaRPr lang="en-IN" sz="800" dirty="0"/>
          </a:p>
        </p:txBody>
      </p:sp>
      <p:sp>
        <p:nvSpPr>
          <p:cNvPr id="1243" name="TextBox 1242">
            <a:extLst>
              <a:ext uri="{FF2B5EF4-FFF2-40B4-BE49-F238E27FC236}">
                <a16:creationId xmlns:a16="http://schemas.microsoft.com/office/drawing/2014/main" id="{B8B8F729-B0F5-4C73-A74F-64EF08F88AD3}"/>
              </a:ext>
            </a:extLst>
          </p:cNvPr>
          <p:cNvSpPr txBox="1"/>
          <p:nvPr/>
        </p:nvSpPr>
        <p:spPr>
          <a:xfrm>
            <a:off x="1982245" y="5246817"/>
            <a:ext cx="3369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</a:t>
            </a:r>
            <a:r>
              <a:rPr lang="en-US" sz="800" dirty="0"/>
              <a:t>1</a:t>
            </a:r>
            <a:endParaRPr lang="en-IN" sz="800" dirty="0"/>
          </a:p>
        </p:txBody>
      </p:sp>
      <p:sp>
        <p:nvSpPr>
          <p:cNvPr id="1244" name="TextBox 1243">
            <a:extLst>
              <a:ext uri="{FF2B5EF4-FFF2-40B4-BE49-F238E27FC236}">
                <a16:creationId xmlns:a16="http://schemas.microsoft.com/office/drawing/2014/main" id="{ED205CBA-B6E6-4434-912A-DFB344D8CEAC}"/>
              </a:ext>
            </a:extLst>
          </p:cNvPr>
          <p:cNvSpPr txBox="1"/>
          <p:nvPr/>
        </p:nvSpPr>
        <p:spPr>
          <a:xfrm>
            <a:off x="11012781" y="4683960"/>
            <a:ext cx="6775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330Kohm</a:t>
            </a:r>
            <a:endParaRPr lang="en-IN" sz="800" dirty="0"/>
          </a:p>
        </p:txBody>
      </p:sp>
      <p:sp>
        <p:nvSpPr>
          <p:cNvPr id="1245" name="TextBox 1244">
            <a:extLst>
              <a:ext uri="{FF2B5EF4-FFF2-40B4-BE49-F238E27FC236}">
                <a16:creationId xmlns:a16="http://schemas.microsoft.com/office/drawing/2014/main" id="{A284B4D1-8AB7-490C-85AE-23DE74893C67}"/>
              </a:ext>
            </a:extLst>
          </p:cNvPr>
          <p:cNvSpPr txBox="1"/>
          <p:nvPr/>
        </p:nvSpPr>
        <p:spPr>
          <a:xfrm>
            <a:off x="11074529" y="1341640"/>
            <a:ext cx="6079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330Kohm</a:t>
            </a:r>
            <a:endParaRPr lang="en-IN" sz="800" dirty="0"/>
          </a:p>
        </p:txBody>
      </p:sp>
      <p:sp>
        <p:nvSpPr>
          <p:cNvPr id="1246" name="TextBox 1245">
            <a:extLst>
              <a:ext uri="{FF2B5EF4-FFF2-40B4-BE49-F238E27FC236}">
                <a16:creationId xmlns:a16="http://schemas.microsoft.com/office/drawing/2014/main" id="{B02C2109-B40F-4C3B-8AF9-432CFEAB597B}"/>
              </a:ext>
            </a:extLst>
          </p:cNvPr>
          <p:cNvSpPr txBox="1"/>
          <p:nvPr/>
        </p:nvSpPr>
        <p:spPr>
          <a:xfrm>
            <a:off x="11086989" y="2293031"/>
            <a:ext cx="6775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330Kohm</a:t>
            </a:r>
            <a:endParaRPr lang="en-IN" sz="800" dirty="0"/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FC39E7B9-4368-430C-BEB4-A7114136690B}"/>
              </a:ext>
            </a:extLst>
          </p:cNvPr>
          <p:cNvSpPr txBox="1"/>
          <p:nvPr/>
        </p:nvSpPr>
        <p:spPr>
          <a:xfrm>
            <a:off x="11098972" y="2861341"/>
            <a:ext cx="6775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330Kohm</a:t>
            </a:r>
            <a:endParaRPr lang="en-IN" sz="800" dirty="0"/>
          </a:p>
        </p:txBody>
      </p:sp>
      <p:sp>
        <p:nvSpPr>
          <p:cNvPr id="1248" name="TextBox 1247">
            <a:extLst>
              <a:ext uri="{FF2B5EF4-FFF2-40B4-BE49-F238E27FC236}">
                <a16:creationId xmlns:a16="http://schemas.microsoft.com/office/drawing/2014/main" id="{AA442967-2B0B-4486-8FB3-53EE647FAE15}"/>
              </a:ext>
            </a:extLst>
          </p:cNvPr>
          <p:cNvSpPr txBox="1"/>
          <p:nvPr/>
        </p:nvSpPr>
        <p:spPr>
          <a:xfrm>
            <a:off x="11080996" y="3744614"/>
            <a:ext cx="6775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330Kohm</a:t>
            </a:r>
            <a:endParaRPr lang="en-IN" sz="800" dirty="0"/>
          </a:p>
        </p:txBody>
      </p:sp>
      <p:sp>
        <p:nvSpPr>
          <p:cNvPr id="1249" name="TextBox 1248">
            <a:extLst>
              <a:ext uri="{FF2B5EF4-FFF2-40B4-BE49-F238E27FC236}">
                <a16:creationId xmlns:a16="http://schemas.microsoft.com/office/drawing/2014/main" id="{6A25044F-FB45-420E-BFF2-3F763C8D6DA2}"/>
              </a:ext>
            </a:extLst>
          </p:cNvPr>
          <p:cNvSpPr txBox="1"/>
          <p:nvPr/>
        </p:nvSpPr>
        <p:spPr>
          <a:xfrm>
            <a:off x="5081522" y="4904405"/>
            <a:ext cx="3215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</a:t>
            </a:r>
            <a:endParaRPr lang="en-IN" sz="800" dirty="0"/>
          </a:p>
        </p:txBody>
      </p:sp>
      <p:sp>
        <p:nvSpPr>
          <p:cNvPr id="1250" name="TextBox 1249">
            <a:extLst>
              <a:ext uri="{FF2B5EF4-FFF2-40B4-BE49-F238E27FC236}">
                <a16:creationId xmlns:a16="http://schemas.microsoft.com/office/drawing/2014/main" id="{1EFB2AA0-E18D-4391-B821-9D98F71F9387}"/>
              </a:ext>
            </a:extLst>
          </p:cNvPr>
          <p:cNvSpPr txBox="1"/>
          <p:nvPr/>
        </p:nvSpPr>
        <p:spPr>
          <a:xfrm>
            <a:off x="5065888" y="5303185"/>
            <a:ext cx="4014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CLK</a:t>
            </a:r>
            <a:endParaRPr lang="en-IN" sz="800" dirty="0"/>
          </a:p>
        </p:txBody>
      </p:sp>
      <p:sp>
        <p:nvSpPr>
          <p:cNvPr id="1251" name="TextBox 1250">
            <a:extLst>
              <a:ext uri="{FF2B5EF4-FFF2-40B4-BE49-F238E27FC236}">
                <a16:creationId xmlns:a16="http://schemas.microsoft.com/office/drawing/2014/main" id="{DE82E8AA-241C-474A-82B4-584FB3DCCD61}"/>
              </a:ext>
            </a:extLst>
          </p:cNvPr>
          <p:cNvSpPr txBox="1"/>
          <p:nvPr/>
        </p:nvSpPr>
        <p:spPr>
          <a:xfrm>
            <a:off x="5789225" y="4911031"/>
            <a:ext cx="1184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Q</a:t>
            </a:r>
            <a:endParaRPr lang="en-IN" sz="800" dirty="0"/>
          </a:p>
        </p:txBody>
      </p:sp>
      <p:sp>
        <p:nvSpPr>
          <p:cNvPr id="1252" name="TextBox 1251">
            <a:extLst>
              <a:ext uri="{FF2B5EF4-FFF2-40B4-BE49-F238E27FC236}">
                <a16:creationId xmlns:a16="http://schemas.microsoft.com/office/drawing/2014/main" id="{FB619670-47EF-4468-8DFF-06F559A1FABD}"/>
              </a:ext>
            </a:extLst>
          </p:cNvPr>
          <p:cNvSpPr txBox="1"/>
          <p:nvPr/>
        </p:nvSpPr>
        <p:spPr>
          <a:xfrm>
            <a:off x="6341336" y="4937332"/>
            <a:ext cx="3215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</a:t>
            </a:r>
            <a:endParaRPr lang="en-IN" sz="800" dirty="0"/>
          </a:p>
        </p:txBody>
      </p:sp>
      <p:sp>
        <p:nvSpPr>
          <p:cNvPr id="1253" name="TextBox 1252">
            <a:extLst>
              <a:ext uri="{FF2B5EF4-FFF2-40B4-BE49-F238E27FC236}">
                <a16:creationId xmlns:a16="http://schemas.microsoft.com/office/drawing/2014/main" id="{DF5D1AA2-79F7-4BEF-BE09-0C66E935A722}"/>
              </a:ext>
            </a:extLst>
          </p:cNvPr>
          <p:cNvSpPr txBox="1"/>
          <p:nvPr/>
        </p:nvSpPr>
        <p:spPr>
          <a:xfrm>
            <a:off x="6325702" y="5336112"/>
            <a:ext cx="4014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CLK</a:t>
            </a:r>
            <a:endParaRPr lang="en-IN" sz="800" dirty="0"/>
          </a:p>
        </p:txBody>
      </p:sp>
      <p:sp>
        <p:nvSpPr>
          <p:cNvPr id="1254" name="TextBox 1253">
            <a:extLst>
              <a:ext uri="{FF2B5EF4-FFF2-40B4-BE49-F238E27FC236}">
                <a16:creationId xmlns:a16="http://schemas.microsoft.com/office/drawing/2014/main" id="{106C9D94-C029-4E99-BA9A-F12B6E50A6E5}"/>
              </a:ext>
            </a:extLst>
          </p:cNvPr>
          <p:cNvSpPr txBox="1"/>
          <p:nvPr/>
        </p:nvSpPr>
        <p:spPr>
          <a:xfrm>
            <a:off x="7049039" y="4943958"/>
            <a:ext cx="1184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Q</a:t>
            </a:r>
            <a:endParaRPr lang="en-IN" sz="800" dirty="0"/>
          </a:p>
        </p:txBody>
      </p:sp>
      <p:sp>
        <p:nvSpPr>
          <p:cNvPr id="1255" name="TextBox 1254">
            <a:extLst>
              <a:ext uri="{FF2B5EF4-FFF2-40B4-BE49-F238E27FC236}">
                <a16:creationId xmlns:a16="http://schemas.microsoft.com/office/drawing/2014/main" id="{D90B5D9E-FD3B-48A5-B606-ED0BCAD55EB1}"/>
              </a:ext>
            </a:extLst>
          </p:cNvPr>
          <p:cNvSpPr txBox="1"/>
          <p:nvPr/>
        </p:nvSpPr>
        <p:spPr>
          <a:xfrm>
            <a:off x="7513014" y="4925384"/>
            <a:ext cx="3215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</a:t>
            </a:r>
            <a:endParaRPr lang="en-IN" sz="800" dirty="0"/>
          </a:p>
        </p:txBody>
      </p:sp>
      <p:sp>
        <p:nvSpPr>
          <p:cNvPr id="1256" name="TextBox 1255">
            <a:extLst>
              <a:ext uri="{FF2B5EF4-FFF2-40B4-BE49-F238E27FC236}">
                <a16:creationId xmlns:a16="http://schemas.microsoft.com/office/drawing/2014/main" id="{FBF49C5E-9D3F-4363-8F4D-340F60D18F4E}"/>
              </a:ext>
            </a:extLst>
          </p:cNvPr>
          <p:cNvSpPr txBox="1"/>
          <p:nvPr/>
        </p:nvSpPr>
        <p:spPr>
          <a:xfrm>
            <a:off x="7497380" y="5324164"/>
            <a:ext cx="4014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CLK</a:t>
            </a:r>
            <a:endParaRPr lang="en-IN" sz="800" dirty="0"/>
          </a:p>
        </p:txBody>
      </p:sp>
      <p:sp>
        <p:nvSpPr>
          <p:cNvPr id="1257" name="TextBox 1256">
            <a:extLst>
              <a:ext uri="{FF2B5EF4-FFF2-40B4-BE49-F238E27FC236}">
                <a16:creationId xmlns:a16="http://schemas.microsoft.com/office/drawing/2014/main" id="{FE3294D5-6457-45B8-98A7-499720BC767B}"/>
              </a:ext>
            </a:extLst>
          </p:cNvPr>
          <p:cNvSpPr txBox="1"/>
          <p:nvPr/>
        </p:nvSpPr>
        <p:spPr>
          <a:xfrm>
            <a:off x="8220717" y="4932010"/>
            <a:ext cx="1184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Q</a:t>
            </a:r>
            <a:endParaRPr lang="en-IN" sz="800" dirty="0"/>
          </a:p>
        </p:txBody>
      </p:sp>
      <p:sp>
        <p:nvSpPr>
          <p:cNvPr id="1258" name="TextBox 1257">
            <a:extLst>
              <a:ext uri="{FF2B5EF4-FFF2-40B4-BE49-F238E27FC236}">
                <a16:creationId xmlns:a16="http://schemas.microsoft.com/office/drawing/2014/main" id="{C917A5E7-7AE5-4CC3-BCB7-4504139DD6CD}"/>
              </a:ext>
            </a:extLst>
          </p:cNvPr>
          <p:cNvSpPr txBox="1"/>
          <p:nvPr/>
        </p:nvSpPr>
        <p:spPr>
          <a:xfrm>
            <a:off x="9096992" y="4920411"/>
            <a:ext cx="3215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</a:t>
            </a:r>
            <a:endParaRPr lang="en-IN" sz="800" dirty="0"/>
          </a:p>
        </p:txBody>
      </p:sp>
      <p:sp>
        <p:nvSpPr>
          <p:cNvPr id="1259" name="TextBox 1258">
            <a:extLst>
              <a:ext uri="{FF2B5EF4-FFF2-40B4-BE49-F238E27FC236}">
                <a16:creationId xmlns:a16="http://schemas.microsoft.com/office/drawing/2014/main" id="{4456C437-787C-4E6F-8EC5-CE7E0E50357B}"/>
              </a:ext>
            </a:extLst>
          </p:cNvPr>
          <p:cNvSpPr txBox="1"/>
          <p:nvPr/>
        </p:nvSpPr>
        <p:spPr>
          <a:xfrm>
            <a:off x="9092820" y="5437594"/>
            <a:ext cx="4014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CLK</a:t>
            </a:r>
            <a:endParaRPr lang="en-IN" sz="800" dirty="0"/>
          </a:p>
        </p:txBody>
      </p:sp>
      <p:sp>
        <p:nvSpPr>
          <p:cNvPr id="1260" name="TextBox 1259">
            <a:extLst>
              <a:ext uri="{FF2B5EF4-FFF2-40B4-BE49-F238E27FC236}">
                <a16:creationId xmlns:a16="http://schemas.microsoft.com/office/drawing/2014/main" id="{A1D9E2A5-4CAB-4941-A8E9-9E9529F67C85}"/>
              </a:ext>
            </a:extLst>
          </p:cNvPr>
          <p:cNvSpPr txBox="1"/>
          <p:nvPr/>
        </p:nvSpPr>
        <p:spPr>
          <a:xfrm>
            <a:off x="9804695" y="4927037"/>
            <a:ext cx="1184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Q</a:t>
            </a:r>
            <a:endParaRPr lang="en-IN" sz="800" dirty="0"/>
          </a:p>
        </p:txBody>
      </p:sp>
      <p:sp>
        <p:nvSpPr>
          <p:cNvPr id="1267" name="TextBox 1266">
            <a:extLst>
              <a:ext uri="{FF2B5EF4-FFF2-40B4-BE49-F238E27FC236}">
                <a16:creationId xmlns:a16="http://schemas.microsoft.com/office/drawing/2014/main" id="{D3919B2E-69FC-4878-9E94-49E6A1266868}"/>
              </a:ext>
            </a:extLst>
          </p:cNvPr>
          <p:cNvSpPr txBox="1"/>
          <p:nvPr/>
        </p:nvSpPr>
        <p:spPr>
          <a:xfrm>
            <a:off x="5234260" y="1899801"/>
            <a:ext cx="2701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</a:t>
            </a:r>
            <a:endParaRPr lang="en-IN" sz="1000" dirty="0"/>
          </a:p>
        </p:txBody>
      </p:sp>
      <p:sp>
        <p:nvSpPr>
          <p:cNvPr id="1268" name="TextBox 1267">
            <a:extLst>
              <a:ext uri="{FF2B5EF4-FFF2-40B4-BE49-F238E27FC236}">
                <a16:creationId xmlns:a16="http://schemas.microsoft.com/office/drawing/2014/main" id="{318333A1-5CED-440D-9A29-86B94BDEA318}"/>
              </a:ext>
            </a:extLst>
          </p:cNvPr>
          <p:cNvSpPr txBox="1"/>
          <p:nvPr/>
        </p:nvSpPr>
        <p:spPr>
          <a:xfrm>
            <a:off x="5233752" y="2465270"/>
            <a:ext cx="232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B</a:t>
            </a:r>
            <a:endParaRPr lang="en-IN" sz="1000" dirty="0"/>
          </a:p>
        </p:txBody>
      </p:sp>
      <p:sp>
        <p:nvSpPr>
          <p:cNvPr id="1269" name="TextBox 1268">
            <a:extLst>
              <a:ext uri="{FF2B5EF4-FFF2-40B4-BE49-F238E27FC236}">
                <a16:creationId xmlns:a16="http://schemas.microsoft.com/office/drawing/2014/main" id="{01C8829E-2012-4F35-837F-62A7A440804A}"/>
              </a:ext>
            </a:extLst>
          </p:cNvPr>
          <p:cNvSpPr txBox="1"/>
          <p:nvPr/>
        </p:nvSpPr>
        <p:spPr>
          <a:xfrm>
            <a:off x="5221557" y="3212151"/>
            <a:ext cx="3394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</a:t>
            </a:r>
            <a:endParaRPr lang="en-IN" sz="1000" dirty="0"/>
          </a:p>
        </p:txBody>
      </p:sp>
      <p:sp>
        <p:nvSpPr>
          <p:cNvPr id="1270" name="TextBox 1269">
            <a:extLst>
              <a:ext uri="{FF2B5EF4-FFF2-40B4-BE49-F238E27FC236}">
                <a16:creationId xmlns:a16="http://schemas.microsoft.com/office/drawing/2014/main" id="{05B2607C-8DBC-42D9-8022-14F52FCA6237}"/>
              </a:ext>
            </a:extLst>
          </p:cNvPr>
          <p:cNvSpPr txBox="1"/>
          <p:nvPr/>
        </p:nvSpPr>
        <p:spPr>
          <a:xfrm>
            <a:off x="6009774" y="1956462"/>
            <a:ext cx="322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</a:t>
            </a:r>
            <a:r>
              <a:rPr lang="en-US" sz="800" dirty="0"/>
              <a:t>0</a:t>
            </a:r>
            <a:endParaRPr lang="en-IN" sz="800" dirty="0"/>
          </a:p>
        </p:txBody>
      </p:sp>
      <p:sp>
        <p:nvSpPr>
          <p:cNvPr id="1279" name="Rectangle 1278">
            <a:extLst>
              <a:ext uri="{FF2B5EF4-FFF2-40B4-BE49-F238E27FC236}">
                <a16:creationId xmlns:a16="http://schemas.microsoft.com/office/drawing/2014/main" id="{C00158CB-0B00-4CFB-8B51-601D313AA9E8}"/>
              </a:ext>
            </a:extLst>
          </p:cNvPr>
          <p:cNvSpPr/>
          <p:nvPr/>
        </p:nvSpPr>
        <p:spPr>
          <a:xfrm>
            <a:off x="6007496" y="2277505"/>
            <a:ext cx="3177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/>
              <a:t>Y</a:t>
            </a:r>
            <a:r>
              <a:rPr lang="en-US" sz="800" dirty="0"/>
              <a:t>1</a:t>
            </a:r>
            <a:endParaRPr lang="en-IN" sz="800" dirty="0"/>
          </a:p>
          <a:p>
            <a:endParaRPr lang="en-IN" dirty="0"/>
          </a:p>
        </p:txBody>
      </p:sp>
      <p:sp>
        <p:nvSpPr>
          <p:cNvPr id="1280" name="TextBox 1279">
            <a:extLst>
              <a:ext uri="{FF2B5EF4-FFF2-40B4-BE49-F238E27FC236}">
                <a16:creationId xmlns:a16="http://schemas.microsoft.com/office/drawing/2014/main" id="{5F509979-B618-4993-BC84-4E2D910F28BB}"/>
              </a:ext>
            </a:extLst>
          </p:cNvPr>
          <p:cNvSpPr txBox="1"/>
          <p:nvPr/>
        </p:nvSpPr>
        <p:spPr>
          <a:xfrm>
            <a:off x="6000517" y="2811560"/>
            <a:ext cx="3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</a:t>
            </a:r>
            <a:r>
              <a:rPr lang="en-US" sz="800" dirty="0"/>
              <a:t>2</a:t>
            </a:r>
            <a:endParaRPr lang="en-IN" sz="1000" dirty="0"/>
          </a:p>
        </p:txBody>
      </p:sp>
      <p:sp>
        <p:nvSpPr>
          <p:cNvPr id="1281" name="TextBox 1280">
            <a:extLst>
              <a:ext uri="{FF2B5EF4-FFF2-40B4-BE49-F238E27FC236}">
                <a16:creationId xmlns:a16="http://schemas.microsoft.com/office/drawing/2014/main" id="{233F8974-975E-45E3-A958-C48E35105F2A}"/>
              </a:ext>
            </a:extLst>
          </p:cNvPr>
          <p:cNvSpPr txBox="1"/>
          <p:nvPr/>
        </p:nvSpPr>
        <p:spPr>
          <a:xfrm>
            <a:off x="6007496" y="3343924"/>
            <a:ext cx="3330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</a:t>
            </a:r>
            <a:r>
              <a:rPr lang="en-US" sz="800" dirty="0"/>
              <a:t>3</a:t>
            </a:r>
            <a:endParaRPr lang="en-IN" sz="1000" dirty="0"/>
          </a:p>
        </p:txBody>
      </p:sp>
      <p:sp>
        <p:nvSpPr>
          <p:cNvPr id="1283" name="TextBox 1282">
            <a:extLst>
              <a:ext uri="{FF2B5EF4-FFF2-40B4-BE49-F238E27FC236}">
                <a16:creationId xmlns:a16="http://schemas.microsoft.com/office/drawing/2014/main" id="{AAE73DFA-739A-4690-9A4D-DE6255EE94BB}"/>
              </a:ext>
            </a:extLst>
          </p:cNvPr>
          <p:cNvSpPr txBox="1"/>
          <p:nvPr/>
        </p:nvSpPr>
        <p:spPr>
          <a:xfrm>
            <a:off x="4577233" y="1876466"/>
            <a:ext cx="1608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5</a:t>
            </a:r>
            <a:endParaRPr lang="en-IN" sz="1000" dirty="0"/>
          </a:p>
        </p:txBody>
      </p:sp>
      <p:sp>
        <p:nvSpPr>
          <p:cNvPr id="1287" name="TextBox 1286">
            <a:extLst>
              <a:ext uri="{FF2B5EF4-FFF2-40B4-BE49-F238E27FC236}">
                <a16:creationId xmlns:a16="http://schemas.microsoft.com/office/drawing/2014/main" id="{AC537483-24F0-4331-9304-E08EB918960C}"/>
              </a:ext>
            </a:extLst>
          </p:cNvPr>
          <p:cNvSpPr txBox="1"/>
          <p:nvPr/>
        </p:nvSpPr>
        <p:spPr>
          <a:xfrm>
            <a:off x="4614295" y="3141595"/>
            <a:ext cx="82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3</a:t>
            </a:r>
            <a:endParaRPr lang="en-IN" sz="1000" dirty="0"/>
          </a:p>
        </p:txBody>
      </p:sp>
      <p:sp>
        <p:nvSpPr>
          <p:cNvPr id="1288" name="TextBox 1287">
            <a:extLst>
              <a:ext uri="{FF2B5EF4-FFF2-40B4-BE49-F238E27FC236}">
                <a16:creationId xmlns:a16="http://schemas.microsoft.com/office/drawing/2014/main" id="{13D9AE95-0F5F-41B9-9F43-E99382657EAA}"/>
              </a:ext>
            </a:extLst>
          </p:cNvPr>
          <p:cNvSpPr txBox="1"/>
          <p:nvPr/>
        </p:nvSpPr>
        <p:spPr>
          <a:xfrm>
            <a:off x="4637879" y="2485870"/>
            <a:ext cx="917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2</a:t>
            </a:r>
            <a:endParaRPr lang="en-IN" sz="1000" dirty="0"/>
          </a:p>
        </p:txBody>
      </p:sp>
      <p:sp>
        <p:nvSpPr>
          <p:cNvPr id="1289" name="TextBox 1288">
            <a:extLst>
              <a:ext uri="{FF2B5EF4-FFF2-40B4-BE49-F238E27FC236}">
                <a16:creationId xmlns:a16="http://schemas.microsoft.com/office/drawing/2014/main" id="{42C0C5F9-BAC2-479B-85AA-4E7A8F58F477}"/>
              </a:ext>
            </a:extLst>
          </p:cNvPr>
          <p:cNvSpPr txBox="1"/>
          <p:nvPr/>
        </p:nvSpPr>
        <p:spPr>
          <a:xfrm>
            <a:off x="6866548" y="1174868"/>
            <a:ext cx="407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J</a:t>
            </a:r>
          </a:p>
          <a:p>
            <a:r>
              <a:rPr lang="en-US" sz="800" dirty="0"/>
              <a:t>CLK</a:t>
            </a:r>
          </a:p>
          <a:p>
            <a:r>
              <a:rPr lang="en-US" sz="800" dirty="0"/>
              <a:t>K</a:t>
            </a:r>
            <a:endParaRPr lang="en-IN" sz="800" dirty="0"/>
          </a:p>
        </p:txBody>
      </p:sp>
      <p:sp>
        <p:nvSpPr>
          <p:cNvPr id="1290" name="Rectangle 1289">
            <a:extLst>
              <a:ext uri="{FF2B5EF4-FFF2-40B4-BE49-F238E27FC236}">
                <a16:creationId xmlns:a16="http://schemas.microsoft.com/office/drawing/2014/main" id="{6C45670C-3AA2-42B7-97AC-7A81B0153AB8}"/>
              </a:ext>
            </a:extLst>
          </p:cNvPr>
          <p:cNvSpPr/>
          <p:nvPr/>
        </p:nvSpPr>
        <p:spPr>
          <a:xfrm>
            <a:off x="6916011" y="2173123"/>
            <a:ext cx="6304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J</a:t>
            </a:r>
          </a:p>
          <a:p>
            <a:r>
              <a:rPr lang="en-US" sz="800" dirty="0"/>
              <a:t>CLK</a:t>
            </a:r>
          </a:p>
          <a:p>
            <a:r>
              <a:rPr lang="en-US" sz="800" dirty="0"/>
              <a:t>K</a:t>
            </a:r>
            <a:endParaRPr lang="en-IN" sz="800" dirty="0"/>
          </a:p>
        </p:txBody>
      </p:sp>
      <p:sp>
        <p:nvSpPr>
          <p:cNvPr id="1291" name="Rectangle 1290">
            <a:extLst>
              <a:ext uri="{FF2B5EF4-FFF2-40B4-BE49-F238E27FC236}">
                <a16:creationId xmlns:a16="http://schemas.microsoft.com/office/drawing/2014/main" id="{0E1D5335-E9FD-467A-8431-4A756D0EC8C1}"/>
              </a:ext>
            </a:extLst>
          </p:cNvPr>
          <p:cNvSpPr/>
          <p:nvPr/>
        </p:nvSpPr>
        <p:spPr>
          <a:xfrm>
            <a:off x="6900726" y="2715929"/>
            <a:ext cx="4958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J</a:t>
            </a:r>
          </a:p>
          <a:p>
            <a:r>
              <a:rPr lang="en-US" sz="800" dirty="0"/>
              <a:t>CLK</a:t>
            </a:r>
          </a:p>
          <a:p>
            <a:r>
              <a:rPr lang="en-US" sz="800" dirty="0"/>
              <a:t>K</a:t>
            </a:r>
            <a:endParaRPr lang="en-IN" sz="800" dirty="0"/>
          </a:p>
        </p:txBody>
      </p:sp>
      <p:sp>
        <p:nvSpPr>
          <p:cNvPr id="1292" name="Rectangle 1291">
            <a:extLst>
              <a:ext uri="{FF2B5EF4-FFF2-40B4-BE49-F238E27FC236}">
                <a16:creationId xmlns:a16="http://schemas.microsoft.com/office/drawing/2014/main" id="{BCDC6EE5-860C-46E9-AA02-F4467FFD4371}"/>
              </a:ext>
            </a:extLst>
          </p:cNvPr>
          <p:cNvSpPr/>
          <p:nvPr/>
        </p:nvSpPr>
        <p:spPr>
          <a:xfrm>
            <a:off x="6905296" y="3560205"/>
            <a:ext cx="5026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J</a:t>
            </a:r>
          </a:p>
          <a:p>
            <a:r>
              <a:rPr lang="en-US" sz="800" dirty="0"/>
              <a:t>CLK</a:t>
            </a:r>
          </a:p>
          <a:p>
            <a:r>
              <a:rPr lang="en-US" sz="800" dirty="0"/>
              <a:t>K</a:t>
            </a:r>
            <a:endParaRPr lang="en-IN" sz="800" dirty="0"/>
          </a:p>
        </p:txBody>
      </p:sp>
      <p:sp>
        <p:nvSpPr>
          <p:cNvPr id="1293" name="Rectangle 1292">
            <a:extLst>
              <a:ext uri="{FF2B5EF4-FFF2-40B4-BE49-F238E27FC236}">
                <a16:creationId xmlns:a16="http://schemas.microsoft.com/office/drawing/2014/main" id="{5CA5ED55-499A-439E-82CD-0E68BD8BF687}"/>
              </a:ext>
            </a:extLst>
          </p:cNvPr>
          <p:cNvSpPr/>
          <p:nvPr/>
        </p:nvSpPr>
        <p:spPr>
          <a:xfrm>
            <a:off x="8090801" y="1196039"/>
            <a:ext cx="6009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J</a:t>
            </a:r>
          </a:p>
          <a:p>
            <a:r>
              <a:rPr lang="en-US" sz="800" dirty="0"/>
              <a:t>CLK</a:t>
            </a:r>
          </a:p>
          <a:p>
            <a:r>
              <a:rPr lang="en-US" sz="800" dirty="0"/>
              <a:t>K</a:t>
            </a:r>
            <a:endParaRPr lang="en-IN" sz="800" dirty="0"/>
          </a:p>
        </p:txBody>
      </p:sp>
      <p:sp>
        <p:nvSpPr>
          <p:cNvPr id="1294" name="Rectangle 1293">
            <a:extLst>
              <a:ext uri="{FF2B5EF4-FFF2-40B4-BE49-F238E27FC236}">
                <a16:creationId xmlns:a16="http://schemas.microsoft.com/office/drawing/2014/main" id="{631A3B6B-ED16-46AD-B301-6ABB5E051891}"/>
              </a:ext>
            </a:extLst>
          </p:cNvPr>
          <p:cNvSpPr/>
          <p:nvPr/>
        </p:nvSpPr>
        <p:spPr>
          <a:xfrm>
            <a:off x="8127777" y="2168824"/>
            <a:ext cx="6099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J</a:t>
            </a:r>
          </a:p>
          <a:p>
            <a:r>
              <a:rPr lang="en-US" sz="800" dirty="0"/>
              <a:t>CLK</a:t>
            </a:r>
          </a:p>
          <a:p>
            <a:r>
              <a:rPr lang="en-US" sz="800" dirty="0"/>
              <a:t>K</a:t>
            </a:r>
            <a:endParaRPr lang="en-IN" sz="800" dirty="0"/>
          </a:p>
        </p:txBody>
      </p:sp>
      <p:sp>
        <p:nvSpPr>
          <p:cNvPr id="1295" name="Rectangle 1294">
            <a:extLst>
              <a:ext uri="{FF2B5EF4-FFF2-40B4-BE49-F238E27FC236}">
                <a16:creationId xmlns:a16="http://schemas.microsoft.com/office/drawing/2014/main" id="{B2E3720A-92FF-456E-BFBB-99135B174B9E}"/>
              </a:ext>
            </a:extLst>
          </p:cNvPr>
          <p:cNvSpPr/>
          <p:nvPr/>
        </p:nvSpPr>
        <p:spPr>
          <a:xfrm>
            <a:off x="8275616" y="2741029"/>
            <a:ext cx="5026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J</a:t>
            </a:r>
          </a:p>
          <a:p>
            <a:r>
              <a:rPr lang="en-US" sz="800" dirty="0"/>
              <a:t>CLK</a:t>
            </a:r>
          </a:p>
          <a:p>
            <a:r>
              <a:rPr lang="en-US" sz="800" dirty="0"/>
              <a:t>K</a:t>
            </a:r>
            <a:endParaRPr lang="en-IN" sz="800" dirty="0"/>
          </a:p>
        </p:txBody>
      </p:sp>
      <p:sp>
        <p:nvSpPr>
          <p:cNvPr id="1296" name="Rectangle 1295">
            <a:extLst>
              <a:ext uri="{FF2B5EF4-FFF2-40B4-BE49-F238E27FC236}">
                <a16:creationId xmlns:a16="http://schemas.microsoft.com/office/drawing/2014/main" id="{DE8B5817-BFD2-473B-9FEB-DA656C89E8F9}"/>
              </a:ext>
            </a:extLst>
          </p:cNvPr>
          <p:cNvSpPr/>
          <p:nvPr/>
        </p:nvSpPr>
        <p:spPr>
          <a:xfrm>
            <a:off x="8109470" y="3572421"/>
            <a:ext cx="6167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J</a:t>
            </a:r>
          </a:p>
          <a:p>
            <a:r>
              <a:rPr lang="en-US" sz="800" dirty="0"/>
              <a:t>CLK</a:t>
            </a:r>
          </a:p>
          <a:p>
            <a:r>
              <a:rPr lang="en-US" sz="800" dirty="0"/>
              <a:t>K</a:t>
            </a:r>
            <a:endParaRPr lang="en-IN" sz="800" dirty="0"/>
          </a:p>
        </p:txBody>
      </p:sp>
      <p:sp>
        <p:nvSpPr>
          <p:cNvPr id="1297" name="TextBox 1296">
            <a:extLst>
              <a:ext uri="{FF2B5EF4-FFF2-40B4-BE49-F238E27FC236}">
                <a16:creationId xmlns:a16="http://schemas.microsoft.com/office/drawing/2014/main" id="{62E40133-6E72-4F2A-8177-999B070FFA8F}"/>
              </a:ext>
            </a:extLst>
          </p:cNvPr>
          <p:cNvSpPr txBox="1"/>
          <p:nvPr/>
        </p:nvSpPr>
        <p:spPr>
          <a:xfrm>
            <a:off x="8443857" y="3563537"/>
            <a:ext cx="2792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Q</a:t>
            </a:r>
            <a:endParaRPr lang="en-IN" sz="800" dirty="0"/>
          </a:p>
        </p:txBody>
      </p:sp>
      <p:sp>
        <p:nvSpPr>
          <p:cNvPr id="1298" name="TextBox 1297">
            <a:extLst>
              <a:ext uri="{FF2B5EF4-FFF2-40B4-BE49-F238E27FC236}">
                <a16:creationId xmlns:a16="http://schemas.microsoft.com/office/drawing/2014/main" id="{7C97DBED-5B9C-466A-A823-1D653B7E272F}"/>
              </a:ext>
            </a:extLst>
          </p:cNvPr>
          <p:cNvSpPr txBox="1"/>
          <p:nvPr/>
        </p:nvSpPr>
        <p:spPr>
          <a:xfrm>
            <a:off x="7260635" y="2175328"/>
            <a:ext cx="2792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Q</a:t>
            </a:r>
            <a:endParaRPr lang="en-IN" sz="800" dirty="0"/>
          </a:p>
        </p:txBody>
      </p:sp>
      <p:sp>
        <p:nvSpPr>
          <p:cNvPr id="1299" name="TextBox 1298">
            <a:extLst>
              <a:ext uri="{FF2B5EF4-FFF2-40B4-BE49-F238E27FC236}">
                <a16:creationId xmlns:a16="http://schemas.microsoft.com/office/drawing/2014/main" id="{83987FE5-68B5-456B-A1F3-B4ADE0D587C4}"/>
              </a:ext>
            </a:extLst>
          </p:cNvPr>
          <p:cNvSpPr txBox="1"/>
          <p:nvPr/>
        </p:nvSpPr>
        <p:spPr>
          <a:xfrm>
            <a:off x="7259055" y="2714589"/>
            <a:ext cx="2792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Q</a:t>
            </a:r>
            <a:endParaRPr lang="en-IN" sz="800" dirty="0"/>
          </a:p>
        </p:txBody>
      </p:sp>
      <p:sp>
        <p:nvSpPr>
          <p:cNvPr id="1300" name="TextBox 1299">
            <a:extLst>
              <a:ext uri="{FF2B5EF4-FFF2-40B4-BE49-F238E27FC236}">
                <a16:creationId xmlns:a16="http://schemas.microsoft.com/office/drawing/2014/main" id="{75F2B01B-90B1-426D-B837-F598D351BF0F}"/>
              </a:ext>
            </a:extLst>
          </p:cNvPr>
          <p:cNvSpPr txBox="1"/>
          <p:nvPr/>
        </p:nvSpPr>
        <p:spPr>
          <a:xfrm>
            <a:off x="7256935" y="3563260"/>
            <a:ext cx="2792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Q</a:t>
            </a:r>
            <a:endParaRPr lang="en-IN" sz="800" dirty="0"/>
          </a:p>
        </p:txBody>
      </p:sp>
      <p:sp>
        <p:nvSpPr>
          <p:cNvPr id="1301" name="TextBox 1300">
            <a:extLst>
              <a:ext uri="{FF2B5EF4-FFF2-40B4-BE49-F238E27FC236}">
                <a16:creationId xmlns:a16="http://schemas.microsoft.com/office/drawing/2014/main" id="{9E6DE6D5-1BF2-4773-930D-0254B441C783}"/>
              </a:ext>
            </a:extLst>
          </p:cNvPr>
          <p:cNvSpPr txBox="1"/>
          <p:nvPr/>
        </p:nvSpPr>
        <p:spPr>
          <a:xfrm>
            <a:off x="8426565" y="1190122"/>
            <a:ext cx="2792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Q</a:t>
            </a:r>
            <a:endParaRPr lang="en-IN" sz="800" dirty="0"/>
          </a:p>
        </p:txBody>
      </p:sp>
      <p:sp>
        <p:nvSpPr>
          <p:cNvPr id="1302" name="TextBox 1301">
            <a:extLst>
              <a:ext uri="{FF2B5EF4-FFF2-40B4-BE49-F238E27FC236}">
                <a16:creationId xmlns:a16="http://schemas.microsoft.com/office/drawing/2014/main" id="{C5F0E3FD-10B4-48DB-ABC6-FACF191AC7FB}"/>
              </a:ext>
            </a:extLst>
          </p:cNvPr>
          <p:cNvSpPr txBox="1"/>
          <p:nvPr/>
        </p:nvSpPr>
        <p:spPr>
          <a:xfrm>
            <a:off x="8483013" y="2142325"/>
            <a:ext cx="2792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Q</a:t>
            </a:r>
            <a:endParaRPr lang="en-IN" sz="800" dirty="0"/>
          </a:p>
        </p:txBody>
      </p:sp>
      <p:sp>
        <p:nvSpPr>
          <p:cNvPr id="1303" name="TextBox 1302">
            <a:extLst>
              <a:ext uri="{FF2B5EF4-FFF2-40B4-BE49-F238E27FC236}">
                <a16:creationId xmlns:a16="http://schemas.microsoft.com/office/drawing/2014/main" id="{CC131DCF-2B02-4D5B-9A22-7304B7ED344B}"/>
              </a:ext>
            </a:extLst>
          </p:cNvPr>
          <p:cNvSpPr txBox="1"/>
          <p:nvPr/>
        </p:nvSpPr>
        <p:spPr>
          <a:xfrm>
            <a:off x="8618485" y="2732170"/>
            <a:ext cx="2792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Q</a:t>
            </a:r>
            <a:endParaRPr lang="en-IN" sz="800" dirty="0"/>
          </a:p>
        </p:txBody>
      </p:sp>
      <p:sp>
        <p:nvSpPr>
          <p:cNvPr id="1304" name="TextBox 1303">
            <a:extLst>
              <a:ext uri="{FF2B5EF4-FFF2-40B4-BE49-F238E27FC236}">
                <a16:creationId xmlns:a16="http://schemas.microsoft.com/office/drawing/2014/main" id="{337E5BAE-4679-4C77-B1FD-45F1C12B1489}"/>
              </a:ext>
            </a:extLst>
          </p:cNvPr>
          <p:cNvSpPr txBox="1"/>
          <p:nvPr/>
        </p:nvSpPr>
        <p:spPr>
          <a:xfrm>
            <a:off x="7209436" y="1183712"/>
            <a:ext cx="2792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Q</a:t>
            </a:r>
            <a:endParaRPr lang="en-IN" sz="800" dirty="0"/>
          </a:p>
        </p:txBody>
      </p:sp>
      <p:sp>
        <p:nvSpPr>
          <p:cNvPr id="1305" name="TextBox 1304">
            <a:extLst>
              <a:ext uri="{FF2B5EF4-FFF2-40B4-BE49-F238E27FC236}">
                <a16:creationId xmlns:a16="http://schemas.microsoft.com/office/drawing/2014/main" id="{E93277BB-AE92-4DD6-8475-1D81FA47C840}"/>
              </a:ext>
            </a:extLst>
          </p:cNvPr>
          <p:cNvSpPr txBox="1"/>
          <p:nvPr/>
        </p:nvSpPr>
        <p:spPr>
          <a:xfrm rot="16200000">
            <a:off x="9240163" y="1203395"/>
            <a:ext cx="675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 to 4 decoder</a:t>
            </a:r>
            <a:endParaRPr lang="en-IN" sz="800" dirty="0"/>
          </a:p>
        </p:txBody>
      </p:sp>
      <p:sp>
        <p:nvSpPr>
          <p:cNvPr id="1306" name="TextBox 1305">
            <a:extLst>
              <a:ext uri="{FF2B5EF4-FFF2-40B4-BE49-F238E27FC236}">
                <a16:creationId xmlns:a16="http://schemas.microsoft.com/office/drawing/2014/main" id="{05D4439C-65E4-4D38-A599-C31B4DE1329B}"/>
              </a:ext>
            </a:extLst>
          </p:cNvPr>
          <p:cNvSpPr txBox="1"/>
          <p:nvPr/>
        </p:nvSpPr>
        <p:spPr>
          <a:xfrm rot="16200000">
            <a:off x="9317306" y="2218735"/>
            <a:ext cx="675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 to 4 decoder</a:t>
            </a:r>
            <a:endParaRPr lang="en-IN" sz="800" dirty="0"/>
          </a:p>
        </p:txBody>
      </p:sp>
      <p:sp>
        <p:nvSpPr>
          <p:cNvPr id="1307" name="TextBox 1306">
            <a:extLst>
              <a:ext uri="{FF2B5EF4-FFF2-40B4-BE49-F238E27FC236}">
                <a16:creationId xmlns:a16="http://schemas.microsoft.com/office/drawing/2014/main" id="{903AED54-2FB7-4140-A205-1096D7A2DDA7}"/>
              </a:ext>
            </a:extLst>
          </p:cNvPr>
          <p:cNvSpPr txBox="1"/>
          <p:nvPr/>
        </p:nvSpPr>
        <p:spPr>
          <a:xfrm rot="16200000">
            <a:off x="9441487" y="2775590"/>
            <a:ext cx="675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 to 4 decoder</a:t>
            </a:r>
            <a:endParaRPr lang="en-IN" sz="800" dirty="0"/>
          </a:p>
        </p:txBody>
      </p:sp>
      <p:sp>
        <p:nvSpPr>
          <p:cNvPr id="1308" name="TextBox 1307">
            <a:extLst>
              <a:ext uri="{FF2B5EF4-FFF2-40B4-BE49-F238E27FC236}">
                <a16:creationId xmlns:a16="http://schemas.microsoft.com/office/drawing/2014/main" id="{20370AB4-3E73-49C6-A269-CD4007F4BF58}"/>
              </a:ext>
            </a:extLst>
          </p:cNvPr>
          <p:cNvSpPr txBox="1"/>
          <p:nvPr/>
        </p:nvSpPr>
        <p:spPr>
          <a:xfrm rot="16200000">
            <a:off x="9272714" y="3584462"/>
            <a:ext cx="675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 to 4 decoder</a:t>
            </a:r>
            <a:endParaRPr lang="en-IN" sz="800" dirty="0"/>
          </a:p>
        </p:txBody>
      </p:sp>
      <p:sp>
        <p:nvSpPr>
          <p:cNvPr id="1311" name="TextBox 1310">
            <a:extLst>
              <a:ext uri="{FF2B5EF4-FFF2-40B4-BE49-F238E27FC236}">
                <a16:creationId xmlns:a16="http://schemas.microsoft.com/office/drawing/2014/main" id="{B7508E4C-99F1-4B3E-BAED-D37394D2F042}"/>
              </a:ext>
            </a:extLst>
          </p:cNvPr>
          <p:cNvSpPr txBox="1"/>
          <p:nvPr/>
        </p:nvSpPr>
        <p:spPr>
          <a:xfrm>
            <a:off x="1359555" y="1847813"/>
            <a:ext cx="22440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NRF24L01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296131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9EA050-167B-485F-8683-7B99D49D17CF}"/>
              </a:ext>
            </a:extLst>
          </p:cNvPr>
          <p:cNvSpPr txBox="1"/>
          <p:nvPr/>
        </p:nvSpPr>
        <p:spPr>
          <a:xfrm>
            <a:off x="628650" y="619125"/>
            <a:ext cx="6496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ARDUINO CODE FOR TRANSMITTER SIDE</a:t>
            </a:r>
            <a:endParaRPr lang="en-IN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978589-FF71-4A2D-9824-5DC0702D6EEB}"/>
              </a:ext>
            </a:extLst>
          </p:cNvPr>
          <p:cNvSpPr txBox="1"/>
          <p:nvPr/>
        </p:nvSpPr>
        <p:spPr>
          <a:xfrm>
            <a:off x="1200150" y="1409700"/>
            <a:ext cx="2686050" cy="4419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67D9D5-1E2B-4D85-809A-ABAC0B8DC60F}"/>
              </a:ext>
            </a:extLst>
          </p:cNvPr>
          <p:cNvSpPr txBox="1"/>
          <p:nvPr/>
        </p:nvSpPr>
        <p:spPr>
          <a:xfrm>
            <a:off x="716597" y="872594"/>
            <a:ext cx="3653156" cy="549381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IN" sz="900" dirty="0"/>
              <a:t>#include &lt;SPI.h&gt;</a:t>
            </a:r>
          </a:p>
          <a:p>
            <a:r>
              <a:rPr lang="en-IN" sz="900" dirty="0"/>
              <a:t>#include &lt;nRF24L01.h&gt;</a:t>
            </a:r>
          </a:p>
          <a:p>
            <a:r>
              <a:rPr lang="en-IN" sz="900" dirty="0"/>
              <a:t>#include &lt;RF24.h&gt;</a:t>
            </a:r>
          </a:p>
          <a:p>
            <a:br>
              <a:rPr lang="en-IN" sz="900" dirty="0"/>
            </a:br>
            <a:r>
              <a:rPr lang="en-IN" sz="900" dirty="0"/>
              <a:t>RF24 radio(7, 8);  // CE, CSN</a:t>
            </a:r>
          </a:p>
          <a:p>
            <a:br>
              <a:rPr lang="en-IN" sz="900" dirty="0"/>
            </a:br>
            <a:r>
              <a:rPr lang="en-IN" sz="900" dirty="0"/>
              <a:t>// 5-byte addresses for 4 receivers</a:t>
            </a:r>
          </a:p>
          <a:p>
            <a:r>
              <a:rPr lang="en-IN" sz="900" dirty="0"/>
              <a:t>const byte addresses[4][6] = {</a:t>
            </a:r>
          </a:p>
          <a:p>
            <a:r>
              <a:rPr lang="en-IN" sz="900" dirty="0"/>
              <a:t>  "R0001",  // Receiver 0</a:t>
            </a:r>
          </a:p>
          <a:p>
            <a:r>
              <a:rPr lang="en-IN" sz="900" dirty="0"/>
              <a:t>  "R0002",  // Receiver 1</a:t>
            </a:r>
          </a:p>
          <a:p>
            <a:r>
              <a:rPr lang="en-IN" sz="900" dirty="0"/>
              <a:t>  "R0003",  // Receiver 2</a:t>
            </a:r>
          </a:p>
          <a:p>
            <a:r>
              <a:rPr lang="en-IN" sz="900" dirty="0"/>
              <a:t>  "R0004"   // Receiver 3</a:t>
            </a:r>
          </a:p>
          <a:p>
            <a:r>
              <a:rPr lang="en-IN" sz="900" dirty="0"/>
              <a:t>};</a:t>
            </a:r>
          </a:p>
          <a:p>
            <a:br>
              <a:rPr lang="en-IN" sz="900" dirty="0"/>
            </a:br>
            <a:r>
              <a:rPr lang="en-IN" sz="900" dirty="0"/>
              <a:t>// Inputs</a:t>
            </a:r>
          </a:p>
          <a:p>
            <a:r>
              <a:rPr lang="en-IN" sz="900" dirty="0"/>
              <a:t>const int patternShiftButton = A0;  // Change target receiver</a:t>
            </a:r>
          </a:p>
          <a:p>
            <a:r>
              <a:rPr lang="en-IN" sz="900" dirty="0"/>
              <a:t>const int pulseButton        = A1;  // Send signal</a:t>
            </a:r>
          </a:p>
          <a:p>
            <a:br>
              <a:rPr lang="en-IN" sz="900" dirty="0"/>
            </a:br>
            <a:r>
              <a:rPr lang="en-IN" sz="900" dirty="0"/>
              <a:t>// Outputs</a:t>
            </a:r>
          </a:p>
          <a:p>
            <a:r>
              <a:rPr lang="en-IN" sz="900" dirty="0"/>
              <a:t>const int pin2      = 2;  // Logic out</a:t>
            </a:r>
          </a:p>
          <a:p>
            <a:r>
              <a:rPr lang="en-IN" sz="900" dirty="0"/>
              <a:t>const int pin3      = 3;  // Logic out</a:t>
            </a:r>
          </a:p>
          <a:p>
            <a:r>
              <a:rPr lang="en-IN" sz="900" dirty="0"/>
              <a:t>const int dataPin   = 4;  // Data for shift</a:t>
            </a:r>
          </a:p>
          <a:p>
            <a:r>
              <a:rPr lang="en-IN" sz="900" dirty="0"/>
              <a:t>const int pulsePin  = 5;  // Pulse trigger</a:t>
            </a:r>
          </a:p>
          <a:p>
            <a:r>
              <a:rPr lang="en-IN" sz="900" dirty="0"/>
              <a:t>const int clockPin  = 6;  // Clock for shift</a:t>
            </a:r>
          </a:p>
          <a:p>
            <a:br>
              <a:rPr lang="en-IN" sz="900" dirty="0"/>
            </a:br>
            <a:r>
              <a:rPr lang="en-IN" sz="900" dirty="0"/>
              <a:t>// State variables</a:t>
            </a:r>
          </a:p>
          <a:p>
            <a:r>
              <a:rPr lang="en-IN" sz="900" dirty="0"/>
              <a:t>int patternState = 0;</a:t>
            </a:r>
          </a:p>
          <a:p>
            <a:r>
              <a:rPr lang="en-IN" sz="900" dirty="0"/>
              <a:t>bool lastPatternBtn = HIGH;</a:t>
            </a:r>
          </a:p>
          <a:p>
            <a:r>
              <a:rPr lang="en-IN" sz="900" dirty="0"/>
              <a:t>bool lastPulseBtn = HIGH;</a:t>
            </a:r>
          </a:p>
          <a:p>
            <a:br>
              <a:rPr lang="en-IN" sz="900" dirty="0"/>
            </a:br>
            <a:r>
              <a:rPr lang="en-IN" sz="900" dirty="0"/>
              <a:t>int shiftData[4] = {1, 0, 0, 0};  // Custom data for each receiver</a:t>
            </a:r>
          </a:p>
          <a:p>
            <a:r>
              <a:rPr lang="en-IN" sz="900" dirty="0"/>
              <a:t>int currentBit = 0;</a:t>
            </a:r>
          </a:p>
          <a:p>
            <a:br>
              <a:rPr lang="en-IN" sz="900" dirty="0"/>
            </a:br>
            <a:r>
              <a:rPr lang="en-IN" sz="900" dirty="0"/>
              <a:t>void setup() {</a:t>
            </a:r>
          </a:p>
          <a:p>
            <a:r>
              <a:rPr lang="en-IN" sz="900" dirty="0"/>
              <a:t>  Serial.begin(9600);</a:t>
            </a:r>
          </a:p>
          <a:p>
            <a:r>
              <a:rPr lang="en-IN" sz="900" dirty="0"/>
              <a:t>  radio.begin();</a:t>
            </a:r>
          </a:p>
          <a:p>
            <a:r>
              <a:rPr lang="en-IN" sz="900" dirty="0"/>
              <a:t>  radio.setPALevel(RF24_PA_MAX);</a:t>
            </a:r>
          </a:p>
          <a:p>
            <a:r>
              <a:rPr lang="en-IN" sz="900" dirty="0"/>
              <a:t>  radio.setDataRate(RF24_1MBPS);</a:t>
            </a:r>
          </a:p>
          <a:p>
            <a:r>
              <a:rPr lang="en-IN" sz="900" dirty="0"/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4E1164-40A8-449F-B420-C5892471F388}"/>
              </a:ext>
            </a:extLst>
          </p:cNvPr>
          <p:cNvSpPr txBox="1"/>
          <p:nvPr/>
        </p:nvSpPr>
        <p:spPr>
          <a:xfrm>
            <a:off x="4629467" y="875531"/>
            <a:ext cx="3421380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radio.stopListening();</a:t>
            </a:r>
          </a:p>
          <a:p>
            <a:br>
              <a:rPr lang="en-IN" sz="900" dirty="0"/>
            </a:br>
            <a:r>
              <a:rPr lang="en-IN" sz="900" dirty="0"/>
              <a:t>  pinMode(patternShiftButton, INPUT_PULLUP);</a:t>
            </a:r>
          </a:p>
          <a:p>
            <a:r>
              <a:rPr lang="en-IN" sz="900" dirty="0"/>
              <a:t>  pinMode(pulseButton, INPUT_PULLUP);</a:t>
            </a:r>
          </a:p>
          <a:p>
            <a:br>
              <a:rPr lang="en-IN" sz="900" dirty="0"/>
            </a:br>
            <a:r>
              <a:rPr lang="en-IN" sz="900" dirty="0"/>
              <a:t>  pinMode(pin2, OUTPUT);</a:t>
            </a:r>
          </a:p>
          <a:p>
            <a:r>
              <a:rPr lang="en-IN" sz="900" dirty="0"/>
              <a:t>  pinMode(pin3, OUTPUT);</a:t>
            </a:r>
          </a:p>
          <a:p>
            <a:r>
              <a:rPr lang="en-IN" sz="900" dirty="0"/>
              <a:t>  pinMode(dataPin, OUTPUT);</a:t>
            </a:r>
          </a:p>
          <a:p>
            <a:r>
              <a:rPr lang="en-IN" sz="900" dirty="0"/>
              <a:t>  pinMode(clockPin, OUTPUT);</a:t>
            </a:r>
          </a:p>
          <a:p>
            <a:r>
              <a:rPr lang="en-IN" sz="900" dirty="0"/>
              <a:t>  pinMode(pulsePin, OUTPUT);</a:t>
            </a:r>
          </a:p>
          <a:p>
            <a:br>
              <a:rPr lang="en-IN" sz="900" dirty="0"/>
            </a:br>
            <a:r>
              <a:rPr lang="en-IN" sz="900" dirty="0"/>
              <a:t>  digitalWrite(pulsePin, LOW);</a:t>
            </a:r>
          </a:p>
          <a:p>
            <a:r>
              <a:rPr lang="en-IN" sz="900" dirty="0"/>
              <a:t>  digitalWrite(dataPin, LOW);</a:t>
            </a:r>
          </a:p>
          <a:p>
            <a:r>
              <a:rPr lang="en-IN" sz="900" dirty="0"/>
              <a:t>  digitalWrite(clockPin, LOW);</a:t>
            </a:r>
          </a:p>
          <a:p>
            <a:r>
              <a:rPr lang="en-IN" sz="900" dirty="0"/>
              <a:t>}</a:t>
            </a:r>
          </a:p>
          <a:p>
            <a:br>
              <a:rPr lang="en-IN" sz="900" dirty="0"/>
            </a:br>
            <a:r>
              <a:rPr lang="en-IN" sz="900" dirty="0"/>
              <a:t>void loop() {</a:t>
            </a:r>
          </a:p>
          <a:p>
            <a:r>
              <a:rPr lang="en-IN" sz="900" dirty="0"/>
              <a:t>  // --- Change receiver address ---</a:t>
            </a:r>
          </a:p>
          <a:p>
            <a:r>
              <a:rPr lang="en-IN" sz="900" dirty="0"/>
              <a:t>  bool currentPatternBtn = digitalRead(patternShiftButton);</a:t>
            </a:r>
          </a:p>
          <a:p>
            <a:r>
              <a:rPr lang="en-IN" sz="900" dirty="0"/>
              <a:t>  if (currentPatternBtn == LOW &amp;&amp; lastPatternBtn == HIGH) {</a:t>
            </a:r>
          </a:p>
          <a:p>
            <a:r>
              <a:rPr lang="en-IN" sz="900" dirty="0"/>
              <a:t>    patternState = (patternState + 1) % 4;</a:t>
            </a:r>
          </a:p>
          <a:p>
            <a:br>
              <a:rPr lang="en-IN" sz="900" dirty="0"/>
            </a:br>
            <a:r>
              <a:rPr lang="en-IN" sz="900" dirty="0"/>
              <a:t>    // Indicate address on logic outputsk</a:t>
            </a:r>
          </a:p>
          <a:p>
            <a:r>
              <a:rPr lang="en-IN" sz="900" dirty="0"/>
              <a:t>    switch (patternState) {</a:t>
            </a:r>
          </a:p>
          <a:p>
            <a:r>
              <a:rPr lang="en-IN" sz="900" dirty="0"/>
              <a:t>      case 0: digitalWrite(pin2, LOW);  digitalWrite(pin3, LOW);  break;</a:t>
            </a:r>
          </a:p>
          <a:p>
            <a:r>
              <a:rPr lang="en-IN" sz="900" dirty="0"/>
              <a:t>      case 1: digitalWrite(pin2, LOW);  digitalWrite(pin3, HIGH); break;</a:t>
            </a:r>
          </a:p>
          <a:p>
            <a:r>
              <a:rPr lang="en-IN" sz="900" dirty="0"/>
              <a:t>      case 2: digitalWrite(pin2, HIGH); digitalWrite(pin3, LOW);  break;</a:t>
            </a:r>
          </a:p>
          <a:p>
            <a:r>
              <a:rPr lang="en-IN" sz="900" dirty="0"/>
              <a:t>      case 3: digitalWrite(pin2, HIGH); digitalWrite(pin3, HIGH); break;</a:t>
            </a:r>
          </a:p>
          <a:p>
            <a:r>
              <a:rPr lang="en-IN" sz="900" dirty="0"/>
              <a:t>    }</a:t>
            </a:r>
          </a:p>
          <a:p>
            <a:br>
              <a:rPr lang="en-IN" sz="900" dirty="0"/>
            </a:br>
            <a:r>
              <a:rPr lang="en-IN" sz="900" dirty="0"/>
              <a:t>    // Simulate one bit shift</a:t>
            </a:r>
          </a:p>
          <a:p>
            <a:r>
              <a:rPr lang="en-IN" sz="900" dirty="0"/>
              <a:t>    digitalWrite(dataPin, shiftData[currentBit]);</a:t>
            </a:r>
          </a:p>
          <a:p>
            <a:r>
              <a:rPr lang="en-IN" sz="900" dirty="0"/>
              <a:t>    digitalWrite(clockPin, HIGH);</a:t>
            </a:r>
          </a:p>
          <a:p>
            <a:r>
              <a:rPr lang="en-IN" sz="900" dirty="0"/>
              <a:t>    delay(1);</a:t>
            </a:r>
          </a:p>
          <a:p>
            <a:r>
              <a:rPr lang="en-IN" sz="900" dirty="0"/>
              <a:t>    digitalWrite(clockPin, LOW);</a:t>
            </a:r>
          </a:p>
          <a:p>
            <a:r>
              <a:rPr lang="en-IN" sz="900" dirty="0"/>
              <a:t>    currentBit = (currentBit + 1) % 4;</a:t>
            </a:r>
          </a:p>
          <a:p>
            <a:br>
              <a:rPr lang="en-IN" sz="900" dirty="0"/>
            </a:br>
            <a:r>
              <a:rPr lang="en-IN" sz="900" dirty="0"/>
              <a:t>    delay(200);  // debounce</a:t>
            </a:r>
          </a:p>
          <a:p>
            <a:r>
              <a:rPr lang="en-IN" sz="900" dirty="0"/>
              <a:t> 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A4B607-8536-4CD5-9269-AE808DBAE9A1}"/>
              </a:ext>
            </a:extLst>
          </p:cNvPr>
          <p:cNvSpPr txBox="1"/>
          <p:nvPr/>
        </p:nvSpPr>
        <p:spPr>
          <a:xfrm>
            <a:off x="8534400" y="988457"/>
            <a:ext cx="2661920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 }</a:t>
            </a:r>
          </a:p>
          <a:p>
            <a:r>
              <a:rPr lang="en-IN" sz="900" dirty="0"/>
              <a:t>  lastPatternBtn = currentPatternBtn;</a:t>
            </a:r>
          </a:p>
          <a:p>
            <a:br>
              <a:rPr lang="en-IN" sz="900" dirty="0"/>
            </a:br>
            <a:r>
              <a:rPr lang="en-IN" sz="900" dirty="0"/>
              <a:t>  // --- Send signal to selected receiver ---</a:t>
            </a:r>
          </a:p>
          <a:p>
            <a:r>
              <a:rPr lang="en-IN" sz="900" dirty="0"/>
              <a:t>  bool currentPulseBtn = digitalRead(pulseButton);</a:t>
            </a:r>
          </a:p>
          <a:p>
            <a:r>
              <a:rPr lang="en-IN" sz="900" dirty="0"/>
              <a:t>  if (currentPulseBtn == LOW &amp;&amp; lastPulseBtn == HIGH) {</a:t>
            </a:r>
          </a:p>
          <a:p>
            <a:r>
              <a:rPr lang="en-IN" sz="900" dirty="0"/>
              <a:t>    // Pulse signal</a:t>
            </a:r>
          </a:p>
          <a:p>
            <a:r>
              <a:rPr lang="en-IN" sz="900" dirty="0"/>
              <a:t>    digitalWrite(pulsePin, HIGH);</a:t>
            </a:r>
          </a:p>
          <a:p>
            <a:r>
              <a:rPr lang="en-IN" sz="900" dirty="0"/>
              <a:t>    delay(100);</a:t>
            </a:r>
          </a:p>
          <a:p>
            <a:r>
              <a:rPr lang="en-IN" sz="900" dirty="0"/>
              <a:t>    digitalWrite(pulsePin, LOW);</a:t>
            </a:r>
          </a:p>
          <a:p>
            <a:br>
              <a:rPr lang="en-IN" sz="900" dirty="0"/>
            </a:br>
            <a:r>
              <a:rPr lang="en-IN" sz="900" dirty="0"/>
              <a:t>    // Transmit to selected receiver</a:t>
            </a:r>
          </a:p>
          <a:p>
            <a:r>
              <a:rPr lang="en-IN" sz="900" dirty="0"/>
              <a:t>    radio.openWritingPipe(addresses[patternState]);</a:t>
            </a:r>
          </a:p>
          <a:p>
            <a:r>
              <a:rPr lang="en-IN" sz="900" dirty="0"/>
              <a:t>    bool success = radio.write(&amp;patternState, sizeof(patternState));</a:t>
            </a:r>
          </a:p>
          <a:p>
            <a:br>
              <a:rPr lang="en-IN" sz="900" dirty="0"/>
            </a:br>
            <a:r>
              <a:rPr lang="en-IN" sz="900" dirty="0"/>
              <a:t>    Serial.print("Sent index ");</a:t>
            </a:r>
          </a:p>
          <a:p>
            <a:r>
              <a:rPr lang="en-IN" sz="900" dirty="0"/>
              <a:t>    Serial.print(patternState);</a:t>
            </a:r>
          </a:p>
          <a:p>
            <a:r>
              <a:rPr lang="en-IN" sz="900" dirty="0"/>
              <a:t>    Serial.print(" to ");</a:t>
            </a:r>
          </a:p>
          <a:p>
            <a:r>
              <a:rPr lang="en-IN" sz="900" dirty="0"/>
              <a:t>    Serial.print((char*)addresses[patternState]);</a:t>
            </a:r>
          </a:p>
          <a:p>
            <a:r>
              <a:rPr lang="en-IN" sz="900" dirty="0"/>
              <a:t>    Serial.println(success ? " ✔️ OK" : " ❌ Failed");</a:t>
            </a:r>
          </a:p>
          <a:p>
            <a:br>
              <a:rPr lang="en-IN" sz="900" dirty="0"/>
            </a:br>
            <a:r>
              <a:rPr lang="en-IN" sz="900" dirty="0"/>
              <a:t>    delay(200);  // debounce</a:t>
            </a:r>
          </a:p>
          <a:p>
            <a:r>
              <a:rPr lang="en-IN" sz="900" dirty="0"/>
              <a:t>  }</a:t>
            </a:r>
          </a:p>
          <a:p>
            <a:r>
              <a:rPr lang="en-IN" sz="900" dirty="0"/>
              <a:t>  lastPulseBtn = currentPulseBtn;</a:t>
            </a:r>
          </a:p>
          <a:p>
            <a:r>
              <a:rPr lang="en-IN" sz="900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21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37DA1C-2CAF-4F96-B4D3-CC68EF9C90C9}"/>
              </a:ext>
            </a:extLst>
          </p:cNvPr>
          <p:cNvSpPr/>
          <p:nvPr/>
        </p:nvSpPr>
        <p:spPr>
          <a:xfrm>
            <a:off x="710448" y="640834"/>
            <a:ext cx="4423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/>
              <a:t>SCHEMATIC DIAGRAM OF RECIEVER</a:t>
            </a:r>
            <a:endParaRPr lang="en-IN" b="1" u="sn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7B048B-3DFA-4716-8EB6-50B270370CCE}"/>
              </a:ext>
            </a:extLst>
          </p:cNvPr>
          <p:cNvSpPr/>
          <p:nvPr/>
        </p:nvSpPr>
        <p:spPr>
          <a:xfrm>
            <a:off x="1323974" y="1562100"/>
            <a:ext cx="1162050" cy="1247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26ECE8-066F-42D9-83FB-3C16F708FC28}"/>
              </a:ext>
            </a:extLst>
          </p:cNvPr>
          <p:cNvSpPr/>
          <p:nvPr/>
        </p:nvSpPr>
        <p:spPr>
          <a:xfrm>
            <a:off x="3169643" y="1562100"/>
            <a:ext cx="1619250" cy="4143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2FE896-CF0C-4893-AB5C-AF2DF3968F6B}"/>
              </a:ext>
            </a:extLst>
          </p:cNvPr>
          <p:cNvSpPr/>
          <p:nvPr/>
        </p:nvSpPr>
        <p:spPr>
          <a:xfrm>
            <a:off x="1323975" y="3587231"/>
            <a:ext cx="1515748" cy="64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97164-BF65-4287-9E02-D65B7F7C1F51}"/>
              </a:ext>
            </a:extLst>
          </p:cNvPr>
          <p:cNvSpPr txBox="1"/>
          <p:nvPr/>
        </p:nvSpPr>
        <p:spPr>
          <a:xfrm>
            <a:off x="1896620" y="1588162"/>
            <a:ext cx="57120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000" dirty="0"/>
              <a:t>CE</a:t>
            </a:r>
          </a:p>
          <a:p>
            <a:pPr algn="r">
              <a:lnSpc>
                <a:spcPct val="150000"/>
              </a:lnSpc>
            </a:pPr>
            <a:r>
              <a:rPr lang="en-US" sz="1000" dirty="0"/>
              <a:t>CSN</a:t>
            </a:r>
          </a:p>
          <a:p>
            <a:pPr algn="r">
              <a:lnSpc>
                <a:spcPct val="150000"/>
              </a:lnSpc>
            </a:pPr>
            <a:r>
              <a:rPr lang="en-US" sz="1000" dirty="0"/>
              <a:t>MOSI</a:t>
            </a:r>
          </a:p>
          <a:p>
            <a:pPr algn="r">
              <a:lnSpc>
                <a:spcPct val="150000"/>
              </a:lnSpc>
            </a:pPr>
            <a:r>
              <a:rPr lang="en-US" sz="1000" dirty="0"/>
              <a:t>MISO </a:t>
            </a:r>
          </a:p>
          <a:p>
            <a:pPr algn="r">
              <a:lnSpc>
                <a:spcPct val="150000"/>
              </a:lnSpc>
            </a:pPr>
            <a:r>
              <a:rPr lang="en-US" sz="1000" dirty="0"/>
              <a:t>SCK</a:t>
            </a:r>
            <a:endParaRPr lang="en-IN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79AEB5-8246-4E0C-B493-3BEEF94A3F68}"/>
              </a:ext>
            </a:extLst>
          </p:cNvPr>
          <p:cNvSpPr/>
          <p:nvPr/>
        </p:nvSpPr>
        <p:spPr>
          <a:xfrm>
            <a:off x="3113474" y="1584342"/>
            <a:ext cx="79078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dirty="0"/>
              <a:t>7</a:t>
            </a:r>
          </a:p>
          <a:p>
            <a:pPr>
              <a:lnSpc>
                <a:spcPct val="150000"/>
              </a:lnSpc>
            </a:pPr>
            <a:r>
              <a:rPr lang="en-US" sz="1000" dirty="0"/>
              <a:t>8</a:t>
            </a:r>
          </a:p>
          <a:p>
            <a:pPr>
              <a:lnSpc>
                <a:spcPct val="150000"/>
              </a:lnSpc>
            </a:pPr>
            <a:r>
              <a:rPr lang="en-US" sz="1000" dirty="0"/>
              <a:t>11</a:t>
            </a:r>
          </a:p>
          <a:p>
            <a:pPr>
              <a:lnSpc>
                <a:spcPct val="150000"/>
              </a:lnSpc>
            </a:pPr>
            <a:r>
              <a:rPr lang="en-US" sz="1000" dirty="0"/>
              <a:t>12 </a:t>
            </a:r>
          </a:p>
          <a:p>
            <a:pPr>
              <a:lnSpc>
                <a:spcPct val="150000"/>
              </a:lnSpc>
            </a:pPr>
            <a:r>
              <a:rPr lang="en-US" sz="1000" dirty="0"/>
              <a:t>13</a:t>
            </a:r>
            <a:endParaRPr lang="en-IN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D8F75-5C90-4377-B3C0-EB6D4C9C7394}"/>
              </a:ext>
            </a:extLst>
          </p:cNvPr>
          <p:cNvSpPr txBox="1"/>
          <p:nvPr/>
        </p:nvSpPr>
        <p:spPr>
          <a:xfrm>
            <a:off x="1360983" y="2550506"/>
            <a:ext cx="457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Vcc</a:t>
            </a:r>
            <a:endParaRPr lang="en-IN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F56A77-93A9-4A70-BB86-49A0CB4F9BB0}"/>
              </a:ext>
            </a:extLst>
          </p:cNvPr>
          <p:cNvSpPr txBox="1"/>
          <p:nvPr/>
        </p:nvSpPr>
        <p:spPr>
          <a:xfrm>
            <a:off x="1662813" y="2578688"/>
            <a:ext cx="4574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GND</a:t>
            </a:r>
            <a:endParaRPr lang="en-IN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DE38EC-C3DC-454C-86E7-3E78239A025D}"/>
              </a:ext>
            </a:extLst>
          </p:cNvPr>
          <p:cNvSpPr txBox="1"/>
          <p:nvPr/>
        </p:nvSpPr>
        <p:spPr>
          <a:xfrm>
            <a:off x="1326158" y="3569042"/>
            <a:ext cx="4411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3.3v</a:t>
            </a:r>
            <a:endParaRPr lang="en-IN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792C7-E6CB-411A-B9FA-368CBC9E3E64}"/>
              </a:ext>
            </a:extLst>
          </p:cNvPr>
          <p:cNvSpPr txBox="1"/>
          <p:nvPr/>
        </p:nvSpPr>
        <p:spPr>
          <a:xfrm>
            <a:off x="1388197" y="3808601"/>
            <a:ext cx="13942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VOLTAGE REGULATOR</a:t>
            </a:r>
            <a:endParaRPr lang="en-IN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47F8A7-761B-4D52-BE74-D259EBD35235}"/>
              </a:ext>
            </a:extLst>
          </p:cNvPr>
          <p:cNvSpPr txBox="1"/>
          <p:nvPr/>
        </p:nvSpPr>
        <p:spPr>
          <a:xfrm>
            <a:off x="1836409" y="4001752"/>
            <a:ext cx="384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12v</a:t>
            </a:r>
            <a:endParaRPr lang="en-IN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A792CC-D9EE-4465-AA47-7A2F61E51A71}"/>
              </a:ext>
            </a:extLst>
          </p:cNvPr>
          <p:cNvSpPr txBox="1"/>
          <p:nvPr/>
        </p:nvSpPr>
        <p:spPr>
          <a:xfrm>
            <a:off x="3181166" y="3174454"/>
            <a:ext cx="5065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GND</a:t>
            </a:r>
            <a:endParaRPr lang="en-IN" sz="10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B2B033E-7AA3-497D-816B-0266E0A34402}"/>
              </a:ext>
            </a:extLst>
          </p:cNvPr>
          <p:cNvCxnSpPr>
            <a:cxnSpLocks/>
          </p:cNvCxnSpPr>
          <p:nvPr/>
        </p:nvCxnSpPr>
        <p:spPr>
          <a:xfrm>
            <a:off x="2485487" y="1752600"/>
            <a:ext cx="6672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DD77CC6-EF6D-42A2-A44D-F97D1941F325}"/>
              </a:ext>
            </a:extLst>
          </p:cNvPr>
          <p:cNvCxnSpPr>
            <a:cxnSpLocks/>
          </p:cNvCxnSpPr>
          <p:nvPr/>
        </p:nvCxnSpPr>
        <p:spPr>
          <a:xfrm>
            <a:off x="2485487" y="1976562"/>
            <a:ext cx="6672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F7950BD-5205-4FC2-B920-1A7AF3632EA2}"/>
              </a:ext>
            </a:extLst>
          </p:cNvPr>
          <p:cNvCxnSpPr>
            <a:cxnSpLocks/>
          </p:cNvCxnSpPr>
          <p:nvPr/>
        </p:nvCxnSpPr>
        <p:spPr>
          <a:xfrm>
            <a:off x="2485487" y="2185987"/>
            <a:ext cx="6672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6450D6F-9714-4DD3-B34B-0518BA3650EC}"/>
              </a:ext>
            </a:extLst>
          </p:cNvPr>
          <p:cNvCxnSpPr>
            <a:cxnSpLocks/>
          </p:cNvCxnSpPr>
          <p:nvPr/>
        </p:nvCxnSpPr>
        <p:spPr>
          <a:xfrm>
            <a:off x="2485487" y="2421835"/>
            <a:ext cx="6672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4D543EA-9041-43A7-95F4-515DB1A6B433}"/>
              </a:ext>
            </a:extLst>
          </p:cNvPr>
          <p:cNvCxnSpPr>
            <a:cxnSpLocks/>
          </p:cNvCxnSpPr>
          <p:nvPr/>
        </p:nvCxnSpPr>
        <p:spPr>
          <a:xfrm>
            <a:off x="2485487" y="2655073"/>
            <a:ext cx="6672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7E2129A-FCD2-43C3-8D65-1AF4FE157FFE}"/>
              </a:ext>
            </a:extLst>
          </p:cNvPr>
          <p:cNvCxnSpPr>
            <a:cxnSpLocks/>
          </p:cNvCxnSpPr>
          <p:nvPr/>
        </p:nvCxnSpPr>
        <p:spPr>
          <a:xfrm>
            <a:off x="1891178" y="3321292"/>
            <a:ext cx="12615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4F1E3F-142D-4F50-ADC2-EC3B308FA2ED}"/>
              </a:ext>
            </a:extLst>
          </p:cNvPr>
          <p:cNvCxnSpPr>
            <a:cxnSpLocks/>
          </p:cNvCxnSpPr>
          <p:nvPr/>
        </p:nvCxnSpPr>
        <p:spPr>
          <a:xfrm>
            <a:off x="1457739" y="2809875"/>
            <a:ext cx="0" cy="7773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06F8A8F-53B2-497E-AEB5-0630BCDD4247}"/>
              </a:ext>
            </a:extLst>
          </p:cNvPr>
          <p:cNvCxnSpPr>
            <a:cxnSpLocks/>
            <a:stCxn id="9" idx="2"/>
            <a:endCxn id="31" idx="0"/>
          </p:cNvCxnSpPr>
          <p:nvPr/>
        </p:nvCxnSpPr>
        <p:spPr>
          <a:xfrm flipH="1">
            <a:off x="1891179" y="2809520"/>
            <a:ext cx="378" cy="7773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AFB00C0-03C1-4C45-B32F-599FE298612E}"/>
              </a:ext>
            </a:extLst>
          </p:cNvPr>
          <p:cNvSpPr txBox="1"/>
          <p:nvPr/>
        </p:nvSpPr>
        <p:spPr>
          <a:xfrm>
            <a:off x="1680171" y="3586876"/>
            <a:ext cx="4220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GND</a:t>
            </a:r>
            <a:endParaRPr lang="en-IN" sz="80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1A76675-B428-4487-8885-62C61704296A}"/>
              </a:ext>
            </a:extLst>
          </p:cNvPr>
          <p:cNvCxnSpPr/>
          <p:nvPr/>
        </p:nvCxnSpPr>
        <p:spPr>
          <a:xfrm>
            <a:off x="4772025" y="2238451"/>
            <a:ext cx="23529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6E6E331-C38C-4D48-A369-F79C99D82F6E}"/>
              </a:ext>
            </a:extLst>
          </p:cNvPr>
          <p:cNvSpPr txBox="1"/>
          <p:nvPr/>
        </p:nvSpPr>
        <p:spPr>
          <a:xfrm>
            <a:off x="1388533" y="1930223"/>
            <a:ext cx="6787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NRF24L01</a:t>
            </a:r>
            <a:endParaRPr lang="en-IN" sz="800" dirty="0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68A7E379-B7C9-402A-89C1-7E17C3F37179}"/>
              </a:ext>
            </a:extLst>
          </p:cNvPr>
          <p:cNvSpPr/>
          <p:nvPr/>
        </p:nvSpPr>
        <p:spPr>
          <a:xfrm rot="5400000">
            <a:off x="7101623" y="1993773"/>
            <a:ext cx="563271" cy="489355"/>
          </a:xfrm>
          <a:prstGeom prst="triangl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CE72D9E-E0FB-49E6-8A7F-8B2E8F8C25D8}"/>
              </a:ext>
            </a:extLst>
          </p:cNvPr>
          <p:cNvCxnSpPr>
            <a:stCxn id="35" idx="0"/>
          </p:cNvCxnSpPr>
          <p:nvPr/>
        </p:nvCxnSpPr>
        <p:spPr>
          <a:xfrm>
            <a:off x="7627936" y="2238451"/>
            <a:ext cx="1523379" cy="585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8F43BC8-FB93-411F-8D40-867C0B4A7893}"/>
              </a:ext>
            </a:extLst>
          </p:cNvPr>
          <p:cNvCxnSpPr>
            <a:cxnSpLocks/>
          </p:cNvCxnSpPr>
          <p:nvPr/>
        </p:nvCxnSpPr>
        <p:spPr>
          <a:xfrm flipV="1">
            <a:off x="7383258" y="1681233"/>
            <a:ext cx="236569" cy="2416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34E66A9-2F9C-4A6E-9673-E4AF7DDA64BA}"/>
              </a:ext>
            </a:extLst>
          </p:cNvPr>
          <p:cNvCxnSpPr>
            <a:cxnSpLocks/>
          </p:cNvCxnSpPr>
          <p:nvPr/>
        </p:nvCxnSpPr>
        <p:spPr>
          <a:xfrm flipV="1">
            <a:off x="7472951" y="1786798"/>
            <a:ext cx="235629" cy="2231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5566B90-4C8E-4DC3-AA95-8951B6FDCE2C}"/>
              </a:ext>
            </a:extLst>
          </p:cNvPr>
          <p:cNvCxnSpPr>
            <a:cxnSpLocks/>
            <a:endCxn id="71" idx="3"/>
          </p:cNvCxnSpPr>
          <p:nvPr/>
        </p:nvCxnSpPr>
        <p:spPr>
          <a:xfrm>
            <a:off x="4788893" y="3055101"/>
            <a:ext cx="2271008" cy="36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F18DA64C-1844-4C09-AAD6-209DD0A5A151}"/>
              </a:ext>
            </a:extLst>
          </p:cNvPr>
          <p:cNvSpPr/>
          <p:nvPr/>
        </p:nvSpPr>
        <p:spPr>
          <a:xfrm rot="5348647">
            <a:off x="7022916" y="2810422"/>
            <a:ext cx="563271" cy="489355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E7EE731-808A-416E-8A57-5B2F9D6EC492}"/>
              </a:ext>
            </a:extLst>
          </p:cNvPr>
          <p:cNvCxnSpPr>
            <a:cxnSpLocks/>
            <a:stCxn id="71" idx="0"/>
          </p:cNvCxnSpPr>
          <p:nvPr/>
        </p:nvCxnSpPr>
        <p:spPr>
          <a:xfrm>
            <a:off x="7549202" y="3051445"/>
            <a:ext cx="1602113" cy="470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EB0061D-D889-48A6-950A-8827AB52744D}"/>
              </a:ext>
            </a:extLst>
          </p:cNvPr>
          <p:cNvCxnSpPr>
            <a:cxnSpLocks/>
            <a:endCxn id="76" idx="3"/>
          </p:cNvCxnSpPr>
          <p:nvPr/>
        </p:nvCxnSpPr>
        <p:spPr>
          <a:xfrm flipV="1">
            <a:off x="4800187" y="3899137"/>
            <a:ext cx="2177514" cy="134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2991C95F-2A20-47D9-A29A-379706F1B132}"/>
              </a:ext>
            </a:extLst>
          </p:cNvPr>
          <p:cNvSpPr/>
          <p:nvPr/>
        </p:nvSpPr>
        <p:spPr>
          <a:xfrm rot="5472128">
            <a:off x="6940689" y="3659592"/>
            <a:ext cx="563271" cy="489355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866A60F-8F84-4313-A358-BA6DF2CF916E}"/>
              </a:ext>
            </a:extLst>
          </p:cNvPr>
          <p:cNvCxnSpPr>
            <a:cxnSpLocks/>
            <a:stCxn id="76" idx="0"/>
          </p:cNvCxnSpPr>
          <p:nvPr/>
        </p:nvCxnSpPr>
        <p:spPr>
          <a:xfrm>
            <a:off x="7466948" y="3909403"/>
            <a:ext cx="1605660" cy="46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235CF8A-7FF5-44B1-BAC2-B72C7E74290F}"/>
              </a:ext>
            </a:extLst>
          </p:cNvPr>
          <p:cNvCxnSpPr>
            <a:cxnSpLocks/>
            <a:endCxn id="82" idx="3"/>
          </p:cNvCxnSpPr>
          <p:nvPr/>
        </p:nvCxnSpPr>
        <p:spPr>
          <a:xfrm>
            <a:off x="4782221" y="4789104"/>
            <a:ext cx="23140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Isosceles Triangle 81">
            <a:extLst>
              <a:ext uri="{FF2B5EF4-FFF2-40B4-BE49-F238E27FC236}">
                <a16:creationId xmlns:a16="http://schemas.microsoft.com/office/drawing/2014/main" id="{C1933913-C904-421C-8896-AEF245220C02}"/>
              </a:ext>
            </a:extLst>
          </p:cNvPr>
          <p:cNvSpPr/>
          <p:nvPr/>
        </p:nvSpPr>
        <p:spPr>
          <a:xfrm rot="5400000">
            <a:off x="7059275" y="4544426"/>
            <a:ext cx="563271" cy="489355"/>
          </a:xfrm>
          <a:prstGeom prst="triangle">
            <a:avLst/>
          </a:prstGeom>
          <a:solidFill>
            <a:srgbClr val="14BD0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EFE8864-5CD4-4EB3-B05D-A46606A4EAB3}"/>
              </a:ext>
            </a:extLst>
          </p:cNvPr>
          <p:cNvCxnSpPr>
            <a:stCxn id="82" idx="0"/>
          </p:cNvCxnSpPr>
          <p:nvPr/>
        </p:nvCxnSpPr>
        <p:spPr>
          <a:xfrm>
            <a:off x="7585588" y="4789104"/>
            <a:ext cx="1523379" cy="585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0B2ACBE-7CE4-4D15-83D5-8E0BC84875E8}"/>
              </a:ext>
            </a:extLst>
          </p:cNvPr>
          <p:cNvCxnSpPr/>
          <p:nvPr/>
        </p:nvCxnSpPr>
        <p:spPr>
          <a:xfrm flipH="1">
            <a:off x="7599165" y="1976562"/>
            <a:ext cx="20662" cy="4452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2FF5CDE-B816-4896-9365-309177E2DB79}"/>
              </a:ext>
            </a:extLst>
          </p:cNvPr>
          <p:cNvCxnSpPr/>
          <p:nvPr/>
        </p:nvCxnSpPr>
        <p:spPr>
          <a:xfrm flipH="1">
            <a:off x="7548932" y="2841201"/>
            <a:ext cx="13874" cy="432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8460692A-AA21-46F7-AC7D-BB835629BE2B}"/>
              </a:ext>
            </a:extLst>
          </p:cNvPr>
          <p:cNvCxnSpPr>
            <a:cxnSpLocks/>
          </p:cNvCxnSpPr>
          <p:nvPr/>
        </p:nvCxnSpPr>
        <p:spPr>
          <a:xfrm flipH="1">
            <a:off x="7466745" y="3743926"/>
            <a:ext cx="9692" cy="326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614FD9E-0193-4651-BE01-51ED2CFF83F4}"/>
              </a:ext>
            </a:extLst>
          </p:cNvPr>
          <p:cNvCxnSpPr>
            <a:cxnSpLocks/>
          </p:cNvCxnSpPr>
          <p:nvPr/>
        </p:nvCxnSpPr>
        <p:spPr>
          <a:xfrm flipH="1">
            <a:off x="7599165" y="4577871"/>
            <a:ext cx="11105" cy="5045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255AB43-246D-4BB1-A786-612FB963948F}"/>
              </a:ext>
            </a:extLst>
          </p:cNvPr>
          <p:cNvCxnSpPr>
            <a:cxnSpLocks/>
          </p:cNvCxnSpPr>
          <p:nvPr/>
        </p:nvCxnSpPr>
        <p:spPr>
          <a:xfrm flipH="1">
            <a:off x="9090001" y="2296973"/>
            <a:ext cx="61197" cy="2527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48187BF-7270-4AAC-89A6-C08D4740E318}"/>
              </a:ext>
            </a:extLst>
          </p:cNvPr>
          <p:cNvCxnSpPr>
            <a:cxnSpLocks/>
          </p:cNvCxnSpPr>
          <p:nvPr/>
        </p:nvCxnSpPr>
        <p:spPr>
          <a:xfrm>
            <a:off x="10691377" y="3454012"/>
            <a:ext cx="0" cy="7436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9550B8C3-1EFA-4DDF-B7F1-79EF5B02317D}"/>
              </a:ext>
            </a:extLst>
          </p:cNvPr>
          <p:cNvCxnSpPr/>
          <p:nvPr/>
        </p:nvCxnSpPr>
        <p:spPr>
          <a:xfrm>
            <a:off x="10409529" y="4197616"/>
            <a:ext cx="5486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E98C3474-DF6F-4CA9-A24E-14720AA843D2}"/>
              </a:ext>
            </a:extLst>
          </p:cNvPr>
          <p:cNvCxnSpPr/>
          <p:nvPr/>
        </p:nvCxnSpPr>
        <p:spPr>
          <a:xfrm flipH="1">
            <a:off x="10321747" y="4197616"/>
            <a:ext cx="175565" cy="3040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27071AB-DD43-48D1-A1FF-1DA821FDF2E5}"/>
              </a:ext>
            </a:extLst>
          </p:cNvPr>
          <p:cNvCxnSpPr/>
          <p:nvPr/>
        </p:nvCxnSpPr>
        <p:spPr>
          <a:xfrm flipH="1">
            <a:off x="10497312" y="4197616"/>
            <a:ext cx="194065" cy="2938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53B46F69-E8B8-4C0D-9595-4ECA64BCC61C}"/>
              </a:ext>
            </a:extLst>
          </p:cNvPr>
          <p:cNvCxnSpPr/>
          <p:nvPr/>
        </p:nvCxnSpPr>
        <p:spPr>
          <a:xfrm flipH="1">
            <a:off x="10701640" y="4206624"/>
            <a:ext cx="168747" cy="2950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B4B027F5-91E6-40BD-BD19-F8576EF151B7}"/>
              </a:ext>
            </a:extLst>
          </p:cNvPr>
          <p:cNvSpPr txBox="1"/>
          <p:nvPr/>
        </p:nvSpPr>
        <p:spPr>
          <a:xfrm>
            <a:off x="4525581" y="2115339"/>
            <a:ext cx="241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3</a:t>
            </a:r>
            <a:endParaRPr lang="en-IN" sz="10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AE5A365-4A63-4765-AF53-14C0AEF5B0CA}"/>
              </a:ext>
            </a:extLst>
          </p:cNvPr>
          <p:cNvSpPr txBox="1"/>
          <p:nvPr/>
        </p:nvSpPr>
        <p:spPr>
          <a:xfrm>
            <a:off x="4539952" y="2928233"/>
            <a:ext cx="1991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4</a:t>
            </a:r>
            <a:endParaRPr lang="en-IN" sz="10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4B55D07-5C9B-4876-BD88-CB35113A0184}"/>
              </a:ext>
            </a:extLst>
          </p:cNvPr>
          <p:cNvSpPr txBox="1"/>
          <p:nvPr/>
        </p:nvSpPr>
        <p:spPr>
          <a:xfrm>
            <a:off x="4583569" y="3823767"/>
            <a:ext cx="1461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5</a:t>
            </a:r>
            <a:endParaRPr lang="en-IN" sz="10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8054025-9674-4B55-9E22-DD34F62192C1}"/>
              </a:ext>
            </a:extLst>
          </p:cNvPr>
          <p:cNvSpPr txBox="1"/>
          <p:nvPr/>
        </p:nvSpPr>
        <p:spPr>
          <a:xfrm>
            <a:off x="4590320" y="4676693"/>
            <a:ext cx="1352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6</a:t>
            </a:r>
            <a:endParaRPr lang="en-IN" sz="1000" dirty="0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1FF25AC8-BAA1-4AF4-ACA4-26943FE3E645}"/>
              </a:ext>
            </a:extLst>
          </p:cNvPr>
          <p:cNvCxnSpPr/>
          <p:nvPr/>
        </p:nvCxnSpPr>
        <p:spPr>
          <a:xfrm>
            <a:off x="9151198" y="3429000"/>
            <a:ext cx="621909" cy="154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3BE7F5CC-017A-4333-B10E-48FBCE2AF585}"/>
              </a:ext>
            </a:extLst>
          </p:cNvPr>
          <p:cNvSpPr/>
          <p:nvPr/>
        </p:nvSpPr>
        <p:spPr>
          <a:xfrm>
            <a:off x="9765792" y="3321292"/>
            <a:ext cx="475488" cy="131482"/>
          </a:xfrm>
          <a:custGeom>
            <a:avLst/>
            <a:gdLst>
              <a:gd name="connsiteX0" fmla="*/ 0 w 475488"/>
              <a:gd name="connsiteY0" fmla="*/ 219456 h 219456"/>
              <a:gd name="connsiteX1" fmla="*/ 65837 w 475488"/>
              <a:gd name="connsiteY1" fmla="*/ 80468 h 219456"/>
              <a:gd name="connsiteX2" fmla="*/ 80467 w 475488"/>
              <a:gd name="connsiteY2" fmla="*/ 65837 h 219456"/>
              <a:gd name="connsiteX3" fmla="*/ 95098 w 475488"/>
              <a:gd name="connsiteY3" fmla="*/ 80468 h 219456"/>
              <a:gd name="connsiteX4" fmla="*/ 102413 w 475488"/>
              <a:gd name="connsiteY4" fmla="*/ 131674 h 219456"/>
              <a:gd name="connsiteX5" fmla="*/ 109728 w 475488"/>
              <a:gd name="connsiteY5" fmla="*/ 153620 h 219456"/>
              <a:gd name="connsiteX6" fmla="*/ 124358 w 475488"/>
              <a:gd name="connsiteY6" fmla="*/ 212141 h 219456"/>
              <a:gd name="connsiteX7" fmla="*/ 146304 w 475488"/>
              <a:gd name="connsiteY7" fmla="*/ 219456 h 219456"/>
              <a:gd name="connsiteX8" fmla="*/ 160934 w 475488"/>
              <a:gd name="connsiteY8" fmla="*/ 146304 h 219456"/>
              <a:gd name="connsiteX9" fmla="*/ 175565 w 475488"/>
              <a:gd name="connsiteY9" fmla="*/ 124359 h 219456"/>
              <a:gd name="connsiteX10" fmla="*/ 204826 w 475488"/>
              <a:gd name="connsiteY10" fmla="*/ 73152 h 219456"/>
              <a:gd name="connsiteX11" fmla="*/ 212141 w 475488"/>
              <a:gd name="connsiteY11" fmla="*/ 43892 h 219456"/>
              <a:gd name="connsiteX12" fmla="*/ 234086 w 475488"/>
              <a:gd name="connsiteY12" fmla="*/ 21946 h 219456"/>
              <a:gd name="connsiteX13" fmla="*/ 248717 w 475488"/>
              <a:gd name="connsiteY13" fmla="*/ 0 h 219456"/>
              <a:gd name="connsiteX14" fmla="*/ 256032 w 475488"/>
              <a:gd name="connsiteY14" fmla="*/ 21946 h 219456"/>
              <a:gd name="connsiteX15" fmla="*/ 270662 w 475488"/>
              <a:gd name="connsiteY15" fmla="*/ 80468 h 219456"/>
              <a:gd name="connsiteX16" fmla="*/ 277978 w 475488"/>
              <a:gd name="connsiteY16" fmla="*/ 102413 h 219456"/>
              <a:gd name="connsiteX17" fmla="*/ 292608 w 475488"/>
              <a:gd name="connsiteY17" fmla="*/ 160935 h 219456"/>
              <a:gd name="connsiteX18" fmla="*/ 299923 w 475488"/>
              <a:gd name="connsiteY18" fmla="*/ 190196 h 219456"/>
              <a:gd name="connsiteX19" fmla="*/ 307238 w 475488"/>
              <a:gd name="connsiteY19" fmla="*/ 212141 h 219456"/>
              <a:gd name="connsiteX20" fmla="*/ 329184 w 475488"/>
              <a:gd name="connsiteY20" fmla="*/ 197511 h 219456"/>
              <a:gd name="connsiteX21" fmla="*/ 336499 w 475488"/>
              <a:gd name="connsiteY21" fmla="*/ 168250 h 219456"/>
              <a:gd name="connsiteX22" fmla="*/ 358445 w 475488"/>
              <a:gd name="connsiteY22" fmla="*/ 124359 h 219456"/>
              <a:gd name="connsiteX23" fmla="*/ 373075 w 475488"/>
              <a:gd name="connsiteY23" fmla="*/ 80468 h 219456"/>
              <a:gd name="connsiteX24" fmla="*/ 380390 w 475488"/>
              <a:gd name="connsiteY24" fmla="*/ 58522 h 219456"/>
              <a:gd name="connsiteX25" fmla="*/ 395021 w 475488"/>
              <a:gd name="connsiteY25" fmla="*/ 43892 h 219456"/>
              <a:gd name="connsiteX26" fmla="*/ 416966 w 475488"/>
              <a:gd name="connsiteY26" fmla="*/ 87783 h 219456"/>
              <a:gd name="connsiteX27" fmla="*/ 424282 w 475488"/>
              <a:gd name="connsiteY27" fmla="*/ 109728 h 219456"/>
              <a:gd name="connsiteX28" fmla="*/ 438912 w 475488"/>
              <a:gd name="connsiteY28" fmla="*/ 124359 h 219456"/>
              <a:gd name="connsiteX29" fmla="*/ 453542 w 475488"/>
              <a:gd name="connsiteY29" fmla="*/ 146304 h 219456"/>
              <a:gd name="connsiteX30" fmla="*/ 460858 w 475488"/>
              <a:gd name="connsiteY30" fmla="*/ 182880 h 219456"/>
              <a:gd name="connsiteX31" fmla="*/ 475488 w 475488"/>
              <a:gd name="connsiteY31" fmla="*/ 212141 h 219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75488" h="219456">
                <a:moveTo>
                  <a:pt x="0" y="219456"/>
                </a:moveTo>
                <a:cubicBezTo>
                  <a:pt x="22435" y="152151"/>
                  <a:pt x="15677" y="164068"/>
                  <a:pt x="65837" y="80468"/>
                </a:cubicBezTo>
                <a:cubicBezTo>
                  <a:pt x="69385" y="74554"/>
                  <a:pt x="75590" y="70714"/>
                  <a:pt x="80467" y="65837"/>
                </a:cubicBezTo>
                <a:cubicBezTo>
                  <a:pt x="85344" y="70714"/>
                  <a:pt x="92917" y="73925"/>
                  <a:pt x="95098" y="80468"/>
                </a:cubicBezTo>
                <a:cubicBezTo>
                  <a:pt x="100550" y="96825"/>
                  <a:pt x="99032" y="114767"/>
                  <a:pt x="102413" y="131674"/>
                </a:cubicBezTo>
                <a:cubicBezTo>
                  <a:pt x="103925" y="139235"/>
                  <a:pt x="107699" y="146181"/>
                  <a:pt x="109728" y="153620"/>
                </a:cubicBezTo>
                <a:cubicBezTo>
                  <a:pt x="115018" y="173019"/>
                  <a:pt x="105282" y="205783"/>
                  <a:pt x="124358" y="212141"/>
                </a:cubicBezTo>
                <a:lnTo>
                  <a:pt x="146304" y="219456"/>
                </a:lnTo>
                <a:cubicBezTo>
                  <a:pt x="147954" y="209557"/>
                  <a:pt x="154982" y="160191"/>
                  <a:pt x="160934" y="146304"/>
                </a:cubicBezTo>
                <a:cubicBezTo>
                  <a:pt x="164397" y="138223"/>
                  <a:pt x="171203" y="131992"/>
                  <a:pt x="175565" y="124359"/>
                </a:cubicBezTo>
                <a:cubicBezTo>
                  <a:pt x="212695" y="59383"/>
                  <a:pt x="169175" y="126627"/>
                  <a:pt x="204826" y="73152"/>
                </a:cubicBezTo>
                <a:cubicBezTo>
                  <a:pt x="207264" y="63399"/>
                  <a:pt x="207153" y="52621"/>
                  <a:pt x="212141" y="43892"/>
                </a:cubicBezTo>
                <a:cubicBezTo>
                  <a:pt x="217274" y="34910"/>
                  <a:pt x="227463" y="29893"/>
                  <a:pt x="234086" y="21946"/>
                </a:cubicBezTo>
                <a:cubicBezTo>
                  <a:pt x="239714" y="15192"/>
                  <a:pt x="243840" y="7315"/>
                  <a:pt x="248717" y="0"/>
                </a:cubicBezTo>
                <a:cubicBezTo>
                  <a:pt x="251155" y="7315"/>
                  <a:pt x="254003" y="14507"/>
                  <a:pt x="256032" y="21946"/>
                </a:cubicBezTo>
                <a:cubicBezTo>
                  <a:pt x="261322" y="41345"/>
                  <a:pt x="264303" y="61392"/>
                  <a:pt x="270662" y="80468"/>
                </a:cubicBezTo>
                <a:cubicBezTo>
                  <a:pt x="273101" y="87783"/>
                  <a:pt x="275949" y="94974"/>
                  <a:pt x="277978" y="102413"/>
                </a:cubicBezTo>
                <a:cubicBezTo>
                  <a:pt x="283269" y="121812"/>
                  <a:pt x="287731" y="141428"/>
                  <a:pt x="292608" y="160935"/>
                </a:cubicBezTo>
                <a:cubicBezTo>
                  <a:pt x="295046" y="170689"/>
                  <a:pt x="296744" y="180658"/>
                  <a:pt x="299923" y="190196"/>
                </a:cubicBezTo>
                <a:lnTo>
                  <a:pt x="307238" y="212141"/>
                </a:lnTo>
                <a:cubicBezTo>
                  <a:pt x="314553" y="207264"/>
                  <a:pt x="324307" y="204826"/>
                  <a:pt x="329184" y="197511"/>
                </a:cubicBezTo>
                <a:cubicBezTo>
                  <a:pt x="334761" y="189146"/>
                  <a:pt x="333737" y="177917"/>
                  <a:pt x="336499" y="168250"/>
                </a:cubicBezTo>
                <a:cubicBezTo>
                  <a:pt x="344071" y="141748"/>
                  <a:pt x="342414" y="148404"/>
                  <a:pt x="358445" y="124359"/>
                </a:cubicBezTo>
                <a:lnTo>
                  <a:pt x="373075" y="80468"/>
                </a:lnTo>
                <a:cubicBezTo>
                  <a:pt x="375513" y="73153"/>
                  <a:pt x="374937" y="63974"/>
                  <a:pt x="380390" y="58522"/>
                </a:cubicBezTo>
                <a:lnTo>
                  <a:pt x="395021" y="43892"/>
                </a:lnTo>
                <a:cubicBezTo>
                  <a:pt x="413405" y="99044"/>
                  <a:pt x="388608" y="31069"/>
                  <a:pt x="416966" y="87783"/>
                </a:cubicBezTo>
                <a:cubicBezTo>
                  <a:pt x="420414" y="94680"/>
                  <a:pt x="420315" y="103116"/>
                  <a:pt x="424282" y="109728"/>
                </a:cubicBezTo>
                <a:cubicBezTo>
                  <a:pt x="427830" y="115642"/>
                  <a:pt x="434604" y="118973"/>
                  <a:pt x="438912" y="124359"/>
                </a:cubicBezTo>
                <a:cubicBezTo>
                  <a:pt x="444404" y="131224"/>
                  <a:pt x="448665" y="138989"/>
                  <a:pt x="453542" y="146304"/>
                </a:cubicBezTo>
                <a:cubicBezTo>
                  <a:pt x="455981" y="158496"/>
                  <a:pt x="456926" y="171085"/>
                  <a:pt x="460858" y="182880"/>
                </a:cubicBezTo>
                <a:cubicBezTo>
                  <a:pt x="464306" y="193225"/>
                  <a:pt x="475488" y="212141"/>
                  <a:pt x="475488" y="212141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476E9E0-5C32-4BF6-A1B3-2C4508054FD0}"/>
              </a:ext>
            </a:extLst>
          </p:cNvPr>
          <p:cNvCxnSpPr>
            <a:cxnSpLocks/>
          </p:cNvCxnSpPr>
          <p:nvPr/>
        </p:nvCxnSpPr>
        <p:spPr>
          <a:xfrm>
            <a:off x="10241280" y="3442969"/>
            <a:ext cx="450097" cy="93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0C9596E1-DF75-44D1-9DAB-98D20F1160C3}"/>
              </a:ext>
            </a:extLst>
          </p:cNvPr>
          <p:cNvSpPr txBox="1"/>
          <p:nvPr/>
        </p:nvSpPr>
        <p:spPr>
          <a:xfrm>
            <a:off x="9759034" y="3115213"/>
            <a:ext cx="636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330kohm</a:t>
            </a:r>
            <a:endParaRPr lang="en-IN" sz="800" dirty="0"/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D5BB4472-8C50-4E9F-8421-00DCC09077E8}"/>
              </a:ext>
            </a:extLst>
          </p:cNvPr>
          <p:cNvCxnSpPr>
            <a:cxnSpLocks/>
            <a:endCxn id="147" idx="1"/>
          </p:cNvCxnSpPr>
          <p:nvPr/>
        </p:nvCxnSpPr>
        <p:spPr>
          <a:xfrm>
            <a:off x="4772025" y="5544922"/>
            <a:ext cx="2281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 146">
            <a:extLst>
              <a:ext uri="{FF2B5EF4-FFF2-40B4-BE49-F238E27FC236}">
                <a16:creationId xmlns:a16="http://schemas.microsoft.com/office/drawing/2014/main" id="{76356DC5-8383-4A0C-996E-C807F6E3A090}"/>
              </a:ext>
            </a:extLst>
          </p:cNvPr>
          <p:cNvSpPr/>
          <p:nvPr/>
        </p:nvSpPr>
        <p:spPr>
          <a:xfrm>
            <a:off x="7053417" y="5234026"/>
            <a:ext cx="117043" cy="621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8" name="Isosceles Triangle 147">
            <a:extLst>
              <a:ext uri="{FF2B5EF4-FFF2-40B4-BE49-F238E27FC236}">
                <a16:creationId xmlns:a16="http://schemas.microsoft.com/office/drawing/2014/main" id="{960CCFBA-D718-40CA-B2A6-45FB89BA4FC9}"/>
              </a:ext>
            </a:extLst>
          </p:cNvPr>
          <p:cNvSpPr/>
          <p:nvPr/>
        </p:nvSpPr>
        <p:spPr>
          <a:xfrm rot="16200000">
            <a:off x="6940612" y="5318537"/>
            <a:ext cx="664140" cy="452770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291021E-0BC8-463E-B2ED-5A026335C81A}"/>
              </a:ext>
            </a:extLst>
          </p:cNvPr>
          <p:cNvSpPr txBox="1"/>
          <p:nvPr/>
        </p:nvSpPr>
        <p:spPr>
          <a:xfrm rot="16360914">
            <a:off x="7153559" y="5437199"/>
            <a:ext cx="4848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buzzer</a:t>
            </a:r>
            <a:endParaRPr lang="en-IN" sz="8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29D6EFCB-A5C8-4864-AD86-E7FA43A91E09}"/>
              </a:ext>
            </a:extLst>
          </p:cNvPr>
          <p:cNvSpPr txBox="1"/>
          <p:nvPr/>
        </p:nvSpPr>
        <p:spPr>
          <a:xfrm>
            <a:off x="4475476" y="5438975"/>
            <a:ext cx="3067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10</a:t>
            </a:r>
            <a:endParaRPr lang="en-IN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7B743B-991C-422D-BDA9-45F7E1BA0459}"/>
              </a:ext>
            </a:extLst>
          </p:cNvPr>
          <p:cNvSpPr txBox="1"/>
          <p:nvPr/>
        </p:nvSpPr>
        <p:spPr>
          <a:xfrm>
            <a:off x="3398177" y="3540087"/>
            <a:ext cx="948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Arduino Uno R3</a:t>
            </a:r>
            <a:endParaRPr lang="en-IN" dirty="0"/>
          </a:p>
          <a:p>
            <a:endParaRPr lang="en-IN" dirty="0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93F1167-32F6-4109-B2FF-854D759943B7}"/>
              </a:ext>
            </a:extLst>
          </p:cNvPr>
          <p:cNvCxnSpPr>
            <a:cxnSpLocks/>
          </p:cNvCxnSpPr>
          <p:nvPr/>
        </p:nvCxnSpPr>
        <p:spPr>
          <a:xfrm flipV="1">
            <a:off x="7294505" y="2559209"/>
            <a:ext cx="236569" cy="2416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37245A8-8A2B-4358-9760-3ACC97301070}"/>
              </a:ext>
            </a:extLst>
          </p:cNvPr>
          <p:cNvCxnSpPr>
            <a:cxnSpLocks/>
          </p:cNvCxnSpPr>
          <p:nvPr/>
        </p:nvCxnSpPr>
        <p:spPr>
          <a:xfrm flipV="1">
            <a:off x="7384198" y="2664774"/>
            <a:ext cx="235629" cy="2231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F4D19AC7-5FF8-4C76-A8F7-3CE3B77952BD}"/>
              </a:ext>
            </a:extLst>
          </p:cNvPr>
          <p:cNvCxnSpPr>
            <a:cxnSpLocks/>
          </p:cNvCxnSpPr>
          <p:nvPr/>
        </p:nvCxnSpPr>
        <p:spPr>
          <a:xfrm flipV="1">
            <a:off x="7223610" y="3448066"/>
            <a:ext cx="236569" cy="2416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6DD9282-BC71-4843-8FA3-22781284D698}"/>
              </a:ext>
            </a:extLst>
          </p:cNvPr>
          <p:cNvCxnSpPr>
            <a:cxnSpLocks/>
          </p:cNvCxnSpPr>
          <p:nvPr/>
        </p:nvCxnSpPr>
        <p:spPr>
          <a:xfrm flipV="1">
            <a:off x="7313303" y="3553631"/>
            <a:ext cx="235629" cy="2231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90F1CEB0-6AD3-4363-8C13-CD1E7617724C}"/>
              </a:ext>
            </a:extLst>
          </p:cNvPr>
          <p:cNvCxnSpPr>
            <a:cxnSpLocks/>
          </p:cNvCxnSpPr>
          <p:nvPr/>
        </p:nvCxnSpPr>
        <p:spPr>
          <a:xfrm flipV="1">
            <a:off x="7346812" y="4311745"/>
            <a:ext cx="236569" cy="2416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E4DC9E52-082C-4DD4-9BB1-AE0CFE6DC8F2}"/>
              </a:ext>
            </a:extLst>
          </p:cNvPr>
          <p:cNvCxnSpPr>
            <a:cxnSpLocks/>
          </p:cNvCxnSpPr>
          <p:nvPr/>
        </p:nvCxnSpPr>
        <p:spPr>
          <a:xfrm flipV="1">
            <a:off x="7436505" y="4417310"/>
            <a:ext cx="235629" cy="2231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879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EBE647-178F-4AEB-85AD-B5A10C95DE0C}"/>
              </a:ext>
            </a:extLst>
          </p:cNvPr>
          <p:cNvSpPr/>
          <p:nvPr/>
        </p:nvSpPr>
        <p:spPr>
          <a:xfrm>
            <a:off x="736052" y="777359"/>
            <a:ext cx="4490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/>
              <a:t>ARDUINO CODE FOR RECIEVER SIDE</a:t>
            </a:r>
            <a:endParaRPr lang="en-IN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FCAFF2-0689-4436-A9FA-3211D43F07A8}"/>
              </a:ext>
            </a:extLst>
          </p:cNvPr>
          <p:cNvSpPr txBox="1"/>
          <p:nvPr/>
        </p:nvSpPr>
        <p:spPr>
          <a:xfrm>
            <a:off x="888364" y="1146691"/>
            <a:ext cx="3653156" cy="521681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IN" sz="900" dirty="0"/>
              <a:t>#include &lt;SPI.h&gt;</a:t>
            </a:r>
          </a:p>
          <a:p>
            <a:r>
              <a:rPr lang="en-IN" sz="900" dirty="0"/>
              <a:t>#include &lt;nRF24L01.h&gt;</a:t>
            </a:r>
          </a:p>
          <a:p>
            <a:r>
              <a:rPr lang="en-IN" sz="900" dirty="0"/>
              <a:t>#include &lt;RF24.h&gt;</a:t>
            </a:r>
          </a:p>
          <a:p>
            <a:br>
              <a:rPr lang="en-IN" sz="900" dirty="0"/>
            </a:br>
            <a:r>
              <a:rPr lang="en-IN" sz="900" dirty="0"/>
              <a:t>RF24 radio(7, 8);  // CE, CSN</a:t>
            </a:r>
          </a:p>
          <a:p>
            <a:br>
              <a:rPr lang="en-IN" sz="900" dirty="0"/>
            </a:br>
            <a:r>
              <a:rPr lang="en-IN" sz="900" dirty="0"/>
              <a:t>const byte thisAddress[6] = "R0001";  // Unique address for this receiver</a:t>
            </a:r>
          </a:p>
          <a:p>
            <a:br>
              <a:rPr lang="en-IN" sz="900" dirty="0"/>
            </a:br>
            <a:r>
              <a:rPr lang="en-IN" sz="900" dirty="0"/>
              <a:t>// Output pins</a:t>
            </a:r>
          </a:p>
          <a:p>
            <a:r>
              <a:rPr lang="en-IN" sz="900" dirty="0"/>
              <a:t>const int ledPins[4] = {3, 4, 5, 6};  // LEDs: pin 3 to 6</a:t>
            </a:r>
          </a:p>
          <a:p>
            <a:r>
              <a:rPr lang="en-IN" sz="900" dirty="0"/>
              <a:t>const int buzzerPin = 10;             // Buzzer: pin 10</a:t>
            </a:r>
          </a:p>
          <a:p>
            <a:br>
              <a:rPr lang="en-IN" sz="900" dirty="0"/>
            </a:br>
            <a:r>
              <a:rPr lang="en-IN" sz="900" dirty="0"/>
              <a:t>int currentStep = 0;  // Index to track which pin to activate (0 to 3)</a:t>
            </a:r>
          </a:p>
          <a:p>
            <a:br>
              <a:rPr lang="en-IN" sz="900" dirty="0"/>
            </a:br>
            <a:r>
              <a:rPr lang="en-IN" sz="900" dirty="0"/>
              <a:t>void setup() {</a:t>
            </a:r>
          </a:p>
          <a:p>
            <a:r>
              <a:rPr lang="en-IN" sz="900" dirty="0"/>
              <a:t>  Serial.begin(9600);</a:t>
            </a:r>
          </a:p>
          <a:p>
            <a:br>
              <a:rPr lang="en-IN" sz="900" dirty="0"/>
            </a:br>
            <a:r>
              <a:rPr lang="en-IN" sz="900" dirty="0"/>
              <a:t>  // Initialize LED pins and buzzer</a:t>
            </a:r>
          </a:p>
          <a:p>
            <a:r>
              <a:rPr lang="en-IN" sz="900" dirty="0"/>
              <a:t>  for (int i = 0; i &lt; 4; i++) {</a:t>
            </a:r>
          </a:p>
          <a:p>
            <a:r>
              <a:rPr lang="en-IN" sz="900" dirty="0"/>
              <a:t>    pinMode(ledPins[i], OUTPUT);</a:t>
            </a:r>
          </a:p>
          <a:p>
            <a:r>
              <a:rPr lang="en-IN" sz="900" dirty="0"/>
              <a:t>    digitalWrite(ledPins[i], LOW);</a:t>
            </a:r>
          </a:p>
          <a:p>
            <a:r>
              <a:rPr lang="en-IN" sz="900" dirty="0"/>
              <a:t>  }</a:t>
            </a:r>
          </a:p>
          <a:p>
            <a:br>
              <a:rPr lang="en-IN" sz="900" dirty="0"/>
            </a:br>
            <a:r>
              <a:rPr lang="en-IN" sz="900" dirty="0"/>
              <a:t>  pinMode(buzzerPin, OUTPUT);</a:t>
            </a:r>
          </a:p>
          <a:p>
            <a:r>
              <a:rPr lang="en-IN" sz="900" dirty="0"/>
              <a:t>  digitalWrite(buzzerPin, LOW);</a:t>
            </a:r>
          </a:p>
          <a:p>
            <a:br>
              <a:rPr lang="en-IN" sz="900" dirty="0"/>
            </a:br>
            <a:r>
              <a:rPr lang="en-IN" sz="900" dirty="0"/>
              <a:t>  // Set up nRF24L01</a:t>
            </a:r>
          </a:p>
          <a:p>
            <a:r>
              <a:rPr lang="en-IN" sz="900" dirty="0"/>
              <a:t>  radio.begin();</a:t>
            </a:r>
          </a:p>
          <a:p>
            <a:r>
              <a:rPr lang="en-IN" sz="900" dirty="0"/>
              <a:t>  radio.setPALevel(RF24_PA_MAX);</a:t>
            </a:r>
          </a:p>
          <a:p>
            <a:r>
              <a:rPr lang="en-IN" sz="900" dirty="0"/>
              <a:t>  radio.setDataRate(RF24_1MBPS);</a:t>
            </a:r>
          </a:p>
          <a:p>
            <a:r>
              <a:rPr lang="en-IN" sz="900" dirty="0"/>
              <a:t>  radio.openReadingPipe(0, thisAddress);</a:t>
            </a:r>
          </a:p>
          <a:p>
            <a:r>
              <a:rPr lang="en-IN" sz="900" dirty="0"/>
              <a:t>  radio.startListening();</a:t>
            </a:r>
          </a:p>
          <a:p>
            <a:br>
              <a:rPr lang="en-IN" sz="900" dirty="0"/>
            </a:br>
            <a:r>
              <a:rPr lang="en-IN" sz="900" dirty="0"/>
              <a:t>  Serial.println("Receiver R0001 is ready...");</a:t>
            </a:r>
          </a:p>
          <a:p>
            <a:r>
              <a:rPr lang="en-IN" sz="900" dirty="0"/>
              <a:t>}</a:t>
            </a:r>
          </a:p>
          <a:p>
            <a:br>
              <a:rPr lang="en-IN" sz="900" dirty="0"/>
            </a:br>
            <a:endParaRPr lang="en-IN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5426B-9007-44A8-9D92-B5A88C8C2712}"/>
              </a:ext>
            </a:extLst>
          </p:cNvPr>
          <p:cNvSpPr txBox="1"/>
          <p:nvPr/>
        </p:nvSpPr>
        <p:spPr>
          <a:xfrm>
            <a:off x="6715760" y="1146691"/>
            <a:ext cx="4490332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void loop() {</a:t>
            </a:r>
          </a:p>
          <a:p>
            <a:r>
              <a:rPr lang="en-IN" sz="900" dirty="0"/>
              <a:t>  if (radio.available()) {</a:t>
            </a:r>
          </a:p>
          <a:p>
            <a:r>
              <a:rPr lang="en-IN" sz="900" dirty="0"/>
              <a:t>    int receivedIndex;</a:t>
            </a:r>
          </a:p>
          <a:p>
            <a:r>
              <a:rPr lang="en-IN" sz="900" dirty="0"/>
              <a:t>    radio.read(&amp;receivedIndex, sizeof(receivedIndex));</a:t>
            </a:r>
          </a:p>
          <a:p>
            <a:r>
              <a:rPr lang="en-IN" sz="900" dirty="0"/>
              <a:t>    Serial.print("Received index: ");</a:t>
            </a:r>
          </a:p>
          <a:p>
            <a:r>
              <a:rPr lang="en-IN" sz="900" dirty="0"/>
              <a:t>    Serial.println(receivedIndex);</a:t>
            </a:r>
          </a:p>
          <a:p>
            <a:br>
              <a:rPr lang="en-IN" sz="900" dirty="0"/>
            </a:br>
            <a:r>
              <a:rPr lang="en-IN" sz="900" dirty="0"/>
              <a:t>    if (receivedIndex == 0) {</a:t>
            </a:r>
          </a:p>
          <a:p>
            <a:r>
              <a:rPr lang="en-IN" sz="900" dirty="0"/>
              <a:t>      // Turn off all LEDs and buzzer</a:t>
            </a:r>
          </a:p>
          <a:p>
            <a:r>
              <a:rPr lang="en-IN" sz="900" dirty="0"/>
              <a:t>      for (int i = 0; i &lt; 4; i++) {</a:t>
            </a:r>
          </a:p>
          <a:p>
            <a:r>
              <a:rPr lang="en-IN" sz="900" dirty="0"/>
              <a:t>        digitalWrite(ledPins[i], LOW);</a:t>
            </a:r>
          </a:p>
          <a:p>
            <a:r>
              <a:rPr lang="en-IN" sz="900" dirty="0"/>
              <a:t>      }</a:t>
            </a:r>
          </a:p>
          <a:p>
            <a:r>
              <a:rPr lang="en-IN" sz="900" dirty="0"/>
              <a:t>      digitalWrite(buzzerPin, LOW);</a:t>
            </a:r>
          </a:p>
          <a:p>
            <a:br>
              <a:rPr lang="en-IN" sz="900" dirty="0"/>
            </a:br>
            <a:r>
              <a:rPr lang="en-IN" sz="900" dirty="0"/>
              <a:t>      // Turn ON the current LED</a:t>
            </a:r>
          </a:p>
          <a:p>
            <a:r>
              <a:rPr lang="en-IN" sz="900" dirty="0"/>
              <a:t>      digitalWrite(ledPins[currentStep], HIGH);</a:t>
            </a:r>
          </a:p>
          <a:p>
            <a:r>
              <a:rPr lang="en-IN" sz="900" dirty="0"/>
              <a:t>      Serial.print("Turning ON pin: ");</a:t>
            </a:r>
          </a:p>
          <a:p>
            <a:r>
              <a:rPr lang="en-IN" sz="900" dirty="0"/>
              <a:t>      Serial.println(ledPins[currentStep]);</a:t>
            </a:r>
          </a:p>
          <a:p>
            <a:br>
              <a:rPr lang="en-IN" sz="900" dirty="0"/>
            </a:br>
            <a:r>
              <a:rPr lang="en-IN" sz="900" dirty="0"/>
              <a:t>      // If the current pin is pin 3 (index 0), turn ON buzzer for 10 sec</a:t>
            </a:r>
          </a:p>
          <a:p>
            <a:r>
              <a:rPr lang="en-IN" sz="900" dirty="0"/>
              <a:t>      if (currentStep == 0) {</a:t>
            </a:r>
          </a:p>
          <a:p>
            <a:r>
              <a:rPr lang="en-IN" sz="900" dirty="0"/>
              <a:t>        digitalWrite(buzzerPin, HIGH);</a:t>
            </a:r>
          </a:p>
          <a:p>
            <a:r>
              <a:rPr lang="en-IN" sz="900" dirty="0"/>
              <a:t>        Serial.println("Buzzer ON for 5 seconds");</a:t>
            </a:r>
          </a:p>
          <a:p>
            <a:r>
              <a:rPr lang="en-IN" sz="900" dirty="0"/>
              <a:t>        delay(5000);  // Blocking delay for buzzer</a:t>
            </a:r>
          </a:p>
          <a:p>
            <a:r>
              <a:rPr lang="en-IN" sz="900" dirty="0"/>
              <a:t>        digitalWrite(buzzerPin, LOW);</a:t>
            </a:r>
          </a:p>
          <a:p>
            <a:r>
              <a:rPr lang="en-IN" sz="900" dirty="0"/>
              <a:t>        Serial.println("Buzzer OFF");</a:t>
            </a:r>
          </a:p>
          <a:p>
            <a:r>
              <a:rPr lang="en-IN" sz="900" dirty="0"/>
              <a:t>      }</a:t>
            </a:r>
          </a:p>
          <a:p>
            <a:br>
              <a:rPr lang="en-IN" sz="900" dirty="0"/>
            </a:br>
            <a:r>
              <a:rPr lang="en-IN" sz="900" dirty="0"/>
              <a:t>      // Move to the next step (0 → 1 → 2 → 3 → 0 ...)</a:t>
            </a:r>
          </a:p>
          <a:p>
            <a:r>
              <a:rPr lang="en-IN" sz="900" dirty="0"/>
              <a:t>      currentStep = (currentStep + 1) % 4;</a:t>
            </a:r>
          </a:p>
          <a:p>
            <a:r>
              <a:rPr lang="en-IN" sz="900" dirty="0"/>
              <a:t>    }</a:t>
            </a:r>
          </a:p>
          <a:p>
            <a:r>
              <a:rPr lang="en-IN" sz="900" dirty="0"/>
              <a:t>  }</a:t>
            </a:r>
          </a:p>
          <a:p>
            <a:r>
              <a:rPr lang="en-IN" sz="900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2655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73218-798F-4780-B117-B0D73CFFC409}"/>
              </a:ext>
            </a:extLst>
          </p:cNvPr>
          <p:cNvSpPr txBox="1"/>
          <p:nvPr/>
        </p:nvSpPr>
        <p:spPr>
          <a:xfrm>
            <a:off x="2410461" y="732135"/>
            <a:ext cx="6977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PICTURE OF TRANSMITTER AND RECEIVER</a:t>
            </a:r>
            <a:endParaRPr lang="en-IN" sz="2400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F9DE60-0882-470C-BF79-5871508D03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371" t="37481" r="-1358" b="37630"/>
          <a:stretch/>
        </p:blipFill>
        <p:spPr>
          <a:xfrm>
            <a:off x="1320799" y="1930400"/>
            <a:ext cx="3779520" cy="21640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79C01A-9453-4C19-9F37-55F033E18FF4}"/>
              </a:ext>
            </a:extLst>
          </p:cNvPr>
          <p:cNvSpPr txBox="1"/>
          <p:nvPr/>
        </p:nvSpPr>
        <p:spPr>
          <a:xfrm>
            <a:off x="2021840" y="483108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TRANSMITTER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3D13FD-B666-4171-AD42-FD463F762B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57" t="30666" r="11505" b="29630"/>
          <a:stretch/>
        </p:blipFill>
        <p:spPr>
          <a:xfrm>
            <a:off x="7995921" y="1651000"/>
            <a:ext cx="2783840" cy="27228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84E87B-EAE3-4012-A505-8A50E5ABE503}"/>
              </a:ext>
            </a:extLst>
          </p:cNvPr>
          <p:cNvSpPr txBox="1"/>
          <p:nvPr/>
        </p:nvSpPr>
        <p:spPr>
          <a:xfrm>
            <a:off x="8768080" y="4831080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RECEIVER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9387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E60DF6-032A-4D3C-A244-8F8EAF400D16}"/>
              </a:ext>
            </a:extLst>
          </p:cNvPr>
          <p:cNvSpPr txBox="1"/>
          <p:nvPr/>
        </p:nvSpPr>
        <p:spPr>
          <a:xfrm>
            <a:off x="1685925" y="981075"/>
            <a:ext cx="593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VIDEO DEMONSTRATION</a:t>
            </a:r>
            <a:endParaRPr lang="en-IN" b="1" u="sng" dirty="0"/>
          </a:p>
        </p:txBody>
      </p:sp>
      <p:pic>
        <p:nvPicPr>
          <p:cNvPr id="3" name="NOKIA PROJECT - Made with Clipchamp">
            <a:hlinkClick r:id="" action="ppaction://media"/>
            <a:extLst>
              <a:ext uri="{FF2B5EF4-FFF2-40B4-BE49-F238E27FC236}">
                <a16:creationId xmlns:a16="http://schemas.microsoft.com/office/drawing/2014/main" id="{99BD4633-74D4-4206-8737-C87B57055A8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92480" y="1564641"/>
            <a:ext cx="10596880" cy="451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37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68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809F1B-58CF-41FD-A2BE-E051F9DC2AAF}"/>
              </a:ext>
            </a:extLst>
          </p:cNvPr>
          <p:cNvSpPr/>
          <p:nvPr/>
        </p:nvSpPr>
        <p:spPr>
          <a:xfrm>
            <a:off x="1895475" y="2386310"/>
            <a:ext cx="86677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3"/>
                </a:soli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525433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368</TotalTime>
  <Words>503</Words>
  <Application>Microsoft Office PowerPoint</Application>
  <PresentationFormat>Widescreen</PresentationFormat>
  <Paragraphs>294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Courier New</vt:lpstr>
      <vt:lpstr>Garamond</vt:lpstr>
      <vt:lpstr>Wingdings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Swapnil Saha</dc:creator>
  <cp:lastModifiedBy>Swapnil Saha</cp:lastModifiedBy>
  <cp:revision>40</cp:revision>
  <dcterms:created xsi:type="dcterms:W3CDTF">2025-06-12T08:36:49Z</dcterms:created>
  <dcterms:modified xsi:type="dcterms:W3CDTF">2025-07-20T13:59:37Z</dcterms:modified>
</cp:coreProperties>
</file>